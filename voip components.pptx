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5" Type="http://schemas.microsoft.com/office/2020/02/relationships/classificationlabels" Target="docMetadata/LabelInfo.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82" r:id="rId4"/>
  </p:sldMasterIdLst>
  <p:notesMasterIdLst>
    <p:notesMasterId r:id="rId14"/>
  </p:notesMasterIdLst>
  <p:handoutMasterIdLst>
    <p:handoutMasterId r:id="rId15"/>
  </p:handoutMasterIdLst>
  <p:sldIdLst>
    <p:sldId id="350" r:id="rId5"/>
    <p:sldId id="340" r:id="rId6"/>
    <p:sldId id="342" r:id="rId7"/>
    <p:sldId id="346" r:id="rId8"/>
    <p:sldId id="348" r:id="rId9"/>
    <p:sldId id="357" r:id="rId10"/>
    <p:sldId id="356" r:id="rId11"/>
    <p:sldId id="343" r:id="rId12"/>
    <p:sldId id="34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uskanshaikj016@gmail.com" initials="m" lastIdx="1" clrIdx="0">
    <p:extLst>
      <p:ext uri="{19B8F6BF-5375-455C-9EA6-DF929625EA0E}">
        <p15:presenceInfo xmlns:p15="http://schemas.microsoft.com/office/powerpoint/2012/main" userId="a8bc0109e2be3d2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23D39"/>
    <a:srgbClr val="F9E0B9"/>
    <a:srgbClr val="2C8281"/>
    <a:srgbClr val="16807A"/>
    <a:srgbClr val="0845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E171933-4619-4E11-9A3F-F7608DF75F80}">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slide" Target="slides/slide9.xml" /><Relationship Id="rId18" Type="http://schemas.openxmlformats.org/officeDocument/2006/relationships/viewProps" Target="viewProps.xml" /><Relationship Id="rId3" Type="http://schemas.openxmlformats.org/officeDocument/2006/relationships/customXml" Target="../customXml/item3.xml" /><Relationship Id="rId21" Type="http://schemas.microsoft.com/office/2018/10/relationships/authors" Target="authors.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presProps" Target="presProps.xml" /><Relationship Id="rId2" Type="http://schemas.openxmlformats.org/officeDocument/2006/relationships/customXml" Target="../customXml/item2.xml" /><Relationship Id="rId16" Type="http://schemas.openxmlformats.org/officeDocument/2006/relationships/commentAuthors" Target="commentAuthors.xml" /><Relationship Id="rId20" Type="http://schemas.openxmlformats.org/officeDocument/2006/relationships/tableStyles" Target="tableStyles.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5" Type="http://schemas.openxmlformats.org/officeDocument/2006/relationships/slide" Target="slides/slide1.xml" /><Relationship Id="rId15" Type="http://schemas.openxmlformats.org/officeDocument/2006/relationships/handoutMaster" Target="handoutMasters/handoutMaster1.xml" /><Relationship Id="rId10" Type="http://schemas.openxmlformats.org/officeDocument/2006/relationships/slide" Target="slides/slide6.xml" /><Relationship Id="rId19" Type="http://schemas.openxmlformats.org/officeDocument/2006/relationships/theme" Target="theme/theme1.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notesMaster" Target="notesMasters/notesMaster1.xml" /></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B80119-59BF-46E5-8337-9FF49E4F905C}" type="doc">
      <dgm:prSet loTypeId="urn:microsoft.com/office/officeart/2016/7/layout/BasicTimeline" loCatId="timeline" qsTypeId="urn:microsoft.com/office/officeart/2005/8/quickstyle/simple1" qsCatId="simple" csTypeId="urn:microsoft.com/office/officeart/2005/8/colors/accent2_1" csCatId="accent2" phldr="1"/>
      <dgm:spPr/>
      <dgm:t>
        <a:bodyPr/>
        <a:lstStyle/>
        <a:p>
          <a:endParaRPr lang="en-US"/>
        </a:p>
      </dgm:t>
    </dgm:pt>
    <dgm:pt modelId="{CA379215-1032-41BB-B15B-C6CFBDFBF57D}">
      <dgm:prSet phldrT="[Text]" phldr="0" custT="1"/>
      <dgm:spPr/>
      <dgm:t>
        <a:bodyPr/>
        <a:lstStyle/>
        <a:p>
          <a:r>
            <a:rPr lang="en-US" sz="1800">
              <a:solidFill>
                <a:schemeClr val="tx1"/>
              </a:solidFill>
              <a:latin typeface="Calibri"/>
              <a:ea typeface="Calibri"/>
              <a:cs typeface="Calibri"/>
            </a:rPr>
            <a:t>MCUs</a:t>
          </a:r>
        </a:p>
      </dgm:t>
    </dgm:pt>
    <dgm:pt modelId="{8BD87C00-91E7-4B2A-B128-457FE4296BDE}" type="parTrans" cxnId="{0CBDDD94-352A-4070-86C9-6B1384E49229}">
      <dgm:prSet/>
      <dgm:spPr/>
      <dgm:t>
        <a:bodyPr/>
        <a:lstStyle/>
        <a:p>
          <a:endParaRPr lang="en-US"/>
        </a:p>
      </dgm:t>
    </dgm:pt>
    <dgm:pt modelId="{DF1297A9-6604-458D-B9D9-59BB11D76AD6}" type="sibTrans" cxnId="{0CBDDD94-352A-4070-86C9-6B1384E49229}">
      <dgm:prSet/>
      <dgm:spPr/>
      <dgm:t>
        <a:bodyPr/>
        <a:lstStyle/>
        <a:p>
          <a:endParaRPr lang="en-US"/>
        </a:p>
      </dgm:t>
    </dgm:pt>
    <dgm:pt modelId="{768380FF-15A6-43CD-8945-082FE7772C7D}">
      <dgm:prSet phldr="0"/>
      <dgm:spPr/>
      <dgm:t>
        <a:bodyPr/>
        <a:lstStyle/>
        <a:p>
          <a:pPr>
            <a:defRPr b="1"/>
          </a:pPr>
          <a:endParaRPr lang="en-US" sz="1800" b="0">
            <a:solidFill>
              <a:schemeClr val="tx1"/>
            </a:solidFill>
            <a:latin typeface="Neue Haas Grotesk Text Pro"/>
          </a:endParaRPr>
        </a:p>
      </dgm:t>
    </dgm:pt>
    <dgm:pt modelId="{769D5340-807A-4045-820B-DBFD17CE84E4}" type="parTrans" cxnId="{FD962E01-8075-44A3-A793-ABF71BF6101C}">
      <dgm:prSet/>
      <dgm:spPr/>
      <dgm:t>
        <a:bodyPr/>
        <a:lstStyle/>
        <a:p>
          <a:endParaRPr lang="en-US"/>
        </a:p>
      </dgm:t>
    </dgm:pt>
    <dgm:pt modelId="{02C5BAD3-1917-4E15-99BF-DF10F578FB2D}" type="sibTrans" cxnId="{FD962E01-8075-44A3-A793-ABF71BF6101C}">
      <dgm:prSet/>
      <dgm:spPr/>
      <dgm:t>
        <a:bodyPr/>
        <a:lstStyle/>
        <a:p>
          <a:endParaRPr lang="en-US"/>
        </a:p>
      </dgm:t>
    </dgm:pt>
    <dgm:pt modelId="{FBC171DB-CD52-41E6-A1B4-49E68DE3F192}">
      <dgm:prSet phldr="0" custT="1"/>
      <dgm:spPr/>
      <dgm:t>
        <a:bodyPr/>
        <a:lstStyle/>
        <a:p>
          <a:r>
            <a:rPr lang="en-US" sz="1800" b="0" u="none">
              <a:solidFill>
                <a:schemeClr val="tx1"/>
              </a:solidFill>
              <a:latin typeface="Neue Haas Grotesk Text Pro"/>
              <a:ea typeface="Calibri"/>
              <a:cs typeface="Calibri"/>
            </a:rPr>
            <a:t>IP Network</a:t>
          </a:r>
          <a:endParaRPr lang="en-US" sz="1800" b="0" u="none">
            <a:solidFill>
              <a:schemeClr val="tx1"/>
            </a:solidFill>
            <a:latin typeface="Neue Haas Grotesk Text Pro"/>
          </a:endParaRPr>
        </a:p>
      </dgm:t>
    </dgm:pt>
    <dgm:pt modelId="{438DA684-0EA3-46D9-AA64-BDEF09B09FB2}" type="parTrans" cxnId="{60185174-30BF-4964-8BB2-A5B3258C9095}">
      <dgm:prSet/>
      <dgm:spPr/>
      <dgm:t>
        <a:bodyPr/>
        <a:lstStyle/>
        <a:p>
          <a:endParaRPr lang="en-US"/>
        </a:p>
      </dgm:t>
    </dgm:pt>
    <dgm:pt modelId="{5625E0D3-A21F-404F-8FC8-79E6C223E30C}" type="sibTrans" cxnId="{60185174-30BF-4964-8BB2-A5B3258C9095}">
      <dgm:prSet/>
      <dgm:spPr/>
      <dgm:t>
        <a:bodyPr/>
        <a:lstStyle/>
        <a:p>
          <a:endParaRPr lang="en-US"/>
        </a:p>
      </dgm:t>
    </dgm:pt>
    <dgm:pt modelId="{7F0EB076-DEB4-48FF-B95D-42D39F5EBC14}">
      <dgm:prSet phldr="0"/>
      <dgm:spPr/>
      <dgm:t>
        <a:bodyPr/>
        <a:lstStyle/>
        <a:p>
          <a:pPr>
            <a:defRPr b="1"/>
          </a:pPr>
          <a:endParaRPr lang="en-US" sz="2200" b="1">
            <a:latin typeface="Neue Haas Grotesk Text Pro"/>
            <a:ea typeface="Calibri"/>
            <a:cs typeface="Calibri"/>
          </a:endParaRPr>
        </a:p>
      </dgm:t>
    </dgm:pt>
    <dgm:pt modelId="{A1E28146-03D6-4B91-83EE-8567B40AF775}" type="parTrans" cxnId="{5F31A09D-53B8-4723-9708-CA6F9F04886C}">
      <dgm:prSet/>
      <dgm:spPr/>
      <dgm:t>
        <a:bodyPr/>
        <a:lstStyle/>
        <a:p>
          <a:endParaRPr lang="en-US"/>
        </a:p>
      </dgm:t>
    </dgm:pt>
    <dgm:pt modelId="{313179F6-3EC4-4C85-B315-0CAE732B4284}" type="sibTrans" cxnId="{5F31A09D-53B8-4723-9708-CA6F9F04886C}">
      <dgm:prSet/>
      <dgm:spPr/>
      <dgm:t>
        <a:bodyPr/>
        <a:lstStyle/>
        <a:p>
          <a:endParaRPr lang="en-US"/>
        </a:p>
      </dgm:t>
    </dgm:pt>
    <dgm:pt modelId="{82B77177-9C3C-46FD-B14D-100A7A7D0C2E}">
      <dgm:prSet phldr="0" custT="1"/>
      <dgm:spPr/>
      <dgm:t>
        <a:bodyPr/>
        <a:lstStyle/>
        <a:p>
          <a:r>
            <a:rPr lang="en-US" sz="1800" b="0">
              <a:solidFill>
                <a:schemeClr val="tx1"/>
              </a:solidFill>
            </a:rPr>
            <a:t>Call Control</a:t>
          </a:r>
        </a:p>
      </dgm:t>
    </dgm:pt>
    <dgm:pt modelId="{C975F064-C3D8-4748-AD50-C771632DDE98}" type="parTrans" cxnId="{1124143F-8CE1-4B40-8352-C5ACA72E32F5}">
      <dgm:prSet/>
      <dgm:spPr/>
      <dgm:t>
        <a:bodyPr/>
        <a:lstStyle/>
        <a:p>
          <a:endParaRPr lang="en-US"/>
        </a:p>
      </dgm:t>
    </dgm:pt>
    <dgm:pt modelId="{3CC9DFA6-001A-4646-85B3-C574DE59E663}" type="sibTrans" cxnId="{1124143F-8CE1-4B40-8352-C5ACA72E32F5}">
      <dgm:prSet/>
      <dgm:spPr/>
      <dgm:t>
        <a:bodyPr/>
        <a:lstStyle/>
        <a:p>
          <a:endParaRPr lang="en-US"/>
        </a:p>
      </dgm:t>
    </dgm:pt>
    <dgm:pt modelId="{3C8F4DD2-823B-438F-9A42-F505921127EE}">
      <dgm:prSet phldr="0"/>
      <dgm:spPr/>
      <dgm:t>
        <a:bodyPr/>
        <a:lstStyle/>
        <a:p>
          <a:pPr>
            <a:defRPr b="1"/>
          </a:pPr>
          <a:endParaRPr lang="en-US" sz="1800">
            <a:solidFill>
              <a:schemeClr val="tx1"/>
            </a:solidFill>
            <a:latin typeface="Calibri"/>
            <a:ea typeface="Calibri"/>
            <a:cs typeface="Calibri"/>
          </a:endParaRPr>
        </a:p>
      </dgm:t>
    </dgm:pt>
    <dgm:pt modelId="{B5BA4FDD-4E00-491C-A497-59959EB4F1B5}" type="parTrans" cxnId="{D8206DDD-F800-467D-AEEB-90496A6EDF89}">
      <dgm:prSet/>
      <dgm:spPr/>
      <dgm:t>
        <a:bodyPr/>
        <a:lstStyle/>
        <a:p>
          <a:endParaRPr lang="en-US"/>
        </a:p>
      </dgm:t>
    </dgm:pt>
    <dgm:pt modelId="{2954509D-4F0C-469C-A233-14DEFCD10935}" type="sibTrans" cxnId="{D8206DDD-F800-467D-AEEB-90496A6EDF89}">
      <dgm:prSet/>
      <dgm:spPr/>
      <dgm:t>
        <a:bodyPr/>
        <a:lstStyle/>
        <a:p>
          <a:endParaRPr lang="en-US"/>
        </a:p>
      </dgm:t>
    </dgm:pt>
    <dgm:pt modelId="{D9F5E2CE-9A2B-4822-A26A-81AD2E6F9184}">
      <dgm:prSet phldr="0" custT="1"/>
      <dgm:spPr/>
      <dgm:t>
        <a:bodyPr/>
        <a:lstStyle/>
        <a:p>
          <a:pPr rtl="0"/>
          <a:r>
            <a:rPr lang="en-US" sz="1800">
              <a:solidFill>
                <a:schemeClr val="tx1"/>
              </a:solidFill>
              <a:latin typeface="Calibri"/>
              <a:ea typeface="Calibri"/>
              <a:cs typeface="Calibri"/>
            </a:rPr>
            <a:t>Voice and Media </a:t>
          </a:r>
          <a:r>
            <a:rPr lang="en-US" sz="1800">
              <a:solidFill>
                <a:srgbClr val="000000"/>
              </a:solidFill>
              <a:latin typeface="Calibri"/>
              <a:ea typeface="Calibri"/>
              <a:cs typeface="Calibri"/>
            </a:rPr>
            <a:t>Gateways</a:t>
          </a:r>
          <a:endParaRPr lang="en-US" sz="1800">
            <a:solidFill>
              <a:schemeClr val="tx1"/>
            </a:solidFill>
            <a:latin typeface="Neue Haas Grotesk Text Pro"/>
            <a:ea typeface="Calibri"/>
            <a:cs typeface="Calibri"/>
          </a:endParaRPr>
        </a:p>
      </dgm:t>
    </dgm:pt>
    <dgm:pt modelId="{C6F1E250-CBDF-478D-95D2-254C630D4179}" type="parTrans" cxnId="{02934C49-0681-49DA-A6F2-7C216FB26776}">
      <dgm:prSet/>
      <dgm:spPr/>
      <dgm:t>
        <a:bodyPr/>
        <a:lstStyle/>
        <a:p>
          <a:endParaRPr lang="en-US"/>
        </a:p>
      </dgm:t>
    </dgm:pt>
    <dgm:pt modelId="{D2114D14-2881-4FCE-9497-2FB18B13D773}" type="sibTrans" cxnId="{02934C49-0681-49DA-A6F2-7C216FB26776}">
      <dgm:prSet/>
      <dgm:spPr/>
      <dgm:t>
        <a:bodyPr/>
        <a:lstStyle/>
        <a:p>
          <a:endParaRPr lang="en-US"/>
        </a:p>
      </dgm:t>
    </dgm:pt>
    <dgm:pt modelId="{7B1B769F-031B-43AB-9A99-E7DC30B048CC}">
      <dgm:prSet phldr="0"/>
      <dgm:spPr/>
      <dgm:t>
        <a:bodyPr/>
        <a:lstStyle/>
        <a:p>
          <a:pPr>
            <a:defRPr b="1"/>
          </a:pPr>
          <a:endParaRPr lang="en-US" sz="1800">
            <a:solidFill>
              <a:schemeClr val="tx1"/>
            </a:solidFill>
            <a:latin typeface="Calibri"/>
            <a:ea typeface="Calibri"/>
            <a:cs typeface="Calibri"/>
          </a:endParaRPr>
        </a:p>
      </dgm:t>
    </dgm:pt>
    <dgm:pt modelId="{1158803A-A9F2-4380-9878-CCB9249D68AB}" type="parTrans" cxnId="{C40FC45C-2F30-49E5-B664-E2D76F3571C5}">
      <dgm:prSet/>
      <dgm:spPr/>
      <dgm:t>
        <a:bodyPr/>
        <a:lstStyle/>
        <a:p>
          <a:endParaRPr lang="en-US"/>
        </a:p>
      </dgm:t>
    </dgm:pt>
    <dgm:pt modelId="{CC5D660E-6299-443A-8FD6-FA162A3C52D6}" type="sibTrans" cxnId="{C40FC45C-2F30-49E5-B664-E2D76F3571C5}">
      <dgm:prSet/>
      <dgm:spPr/>
      <dgm:t>
        <a:bodyPr/>
        <a:lstStyle/>
        <a:p>
          <a:endParaRPr lang="en-US"/>
        </a:p>
      </dgm:t>
    </dgm:pt>
    <dgm:pt modelId="{52F3182C-E967-470D-8899-3931A39150F9}">
      <dgm:prSet phldr="0"/>
      <dgm:spPr/>
      <dgm:t>
        <a:bodyPr/>
        <a:lstStyle/>
        <a:p>
          <a:pPr>
            <a:defRPr b="1"/>
          </a:pPr>
          <a:endParaRPr lang="en-US" sz="2200">
            <a:latin typeface="Calibri"/>
            <a:ea typeface="Calibri"/>
            <a:cs typeface="Calibri"/>
          </a:endParaRPr>
        </a:p>
      </dgm:t>
    </dgm:pt>
    <dgm:pt modelId="{0B9B5207-5EB1-40C6-A730-383D520C7F4F}" type="parTrans" cxnId="{D612BC1A-28BD-E141-88DE-0E6A8BCFD2C1}">
      <dgm:prSet/>
      <dgm:spPr/>
    </dgm:pt>
    <dgm:pt modelId="{C61A6DB5-484E-4936-B15B-066C28F554A5}" type="sibTrans" cxnId="{D612BC1A-28BD-E141-88DE-0E6A8BCFD2C1}">
      <dgm:prSet/>
      <dgm:spPr/>
    </dgm:pt>
    <dgm:pt modelId="{4BA90198-2C2C-4DC6-8D3C-80DE170A1BC7}">
      <dgm:prSet phldr="0"/>
      <dgm:spPr/>
      <dgm:t>
        <a:bodyPr/>
        <a:lstStyle/>
        <a:p>
          <a:pPr rtl="0"/>
          <a:r>
            <a:rPr lang="en-US" sz="1800">
              <a:solidFill>
                <a:schemeClr val="tx1"/>
              </a:solidFill>
              <a:latin typeface="Calibri"/>
              <a:ea typeface="Calibri"/>
              <a:cs typeface="Calibri"/>
            </a:rPr>
            <a:t> </a:t>
          </a:r>
          <a:r>
            <a:rPr lang="en-US">
              <a:solidFill>
                <a:schemeClr val="tx1"/>
              </a:solidFill>
              <a:latin typeface="Calibri"/>
              <a:ea typeface="Calibri"/>
              <a:cs typeface="Calibri"/>
            </a:rPr>
            <a:t>User End Devices</a:t>
          </a:r>
          <a:endParaRPr lang="en-US"/>
        </a:p>
      </dgm:t>
    </dgm:pt>
    <dgm:pt modelId="{D25A702A-B6CE-4374-95EC-A11487E610A5}" type="parTrans" cxnId="{3D478210-7237-474C-B7E0-DFE8125D3B6B}">
      <dgm:prSet/>
      <dgm:spPr/>
    </dgm:pt>
    <dgm:pt modelId="{DF0F03BC-F6EE-4095-9BC2-F7E6DF5E67EA}" type="sibTrans" cxnId="{3D478210-7237-474C-B7E0-DFE8125D3B6B}">
      <dgm:prSet/>
      <dgm:spPr/>
    </dgm:pt>
    <dgm:pt modelId="{DA634CE2-5FAA-45B1-88FF-7281FE2C9F60}" type="pres">
      <dgm:prSet presAssocID="{10B80119-59BF-46E5-8337-9FF49E4F905C}" presName="root" presStyleCnt="0">
        <dgm:presLayoutVars>
          <dgm:chMax/>
          <dgm:chPref/>
          <dgm:animLvl val="lvl"/>
        </dgm:presLayoutVars>
      </dgm:prSet>
      <dgm:spPr/>
    </dgm:pt>
    <dgm:pt modelId="{2562143E-F492-4F5D-BFC0-E17A27B5DB0F}" type="pres">
      <dgm:prSet presAssocID="{10B80119-59BF-46E5-8337-9FF49E4F905C}" presName="divider" presStyleLbl="fgAccFollowNode1" presStyleIdx="0" presStyleCnt="1"/>
      <dgm:spPr>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tailEnd type="triangle" w="lg" len="lg"/>
        </a:ln>
        <a:effectLst/>
      </dgm:spPr>
    </dgm:pt>
    <dgm:pt modelId="{7D80B53B-ADF6-40D3-9209-35E037CCFA6B}" type="pres">
      <dgm:prSet presAssocID="{10B80119-59BF-46E5-8337-9FF49E4F905C}" presName="nodes" presStyleCnt="0">
        <dgm:presLayoutVars>
          <dgm:chMax/>
          <dgm:chPref/>
          <dgm:animLvl val="lvl"/>
        </dgm:presLayoutVars>
      </dgm:prSet>
      <dgm:spPr/>
    </dgm:pt>
    <dgm:pt modelId="{D2F09ADD-ED9F-45E7-B85D-C9C7D1B43977}" type="pres">
      <dgm:prSet presAssocID="{7F0EB076-DEB4-48FF-B95D-42D39F5EBC14}" presName="composite" presStyleCnt="0"/>
      <dgm:spPr/>
    </dgm:pt>
    <dgm:pt modelId="{73F983BC-F73F-4FD9-A4A7-9C4F9CB51BA0}" type="pres">
      <dgm:prSet presAssocID="{7F0EB076-DEB4-48FF-B95D-42D39F5EBC14}" presName="L1TextContainer" presStyleLbl="revTx" presStyleIdx="0" presStyleCnt="5">
        <dgm:presLayoutVars>
          <dgm:chMax val="1"/>
          <dgm:chPref val="1"/>
          <dgm:bulletEnabled val="1"/>
        </dgm:presLayoutVars>
      </dgm:prSet>
      <dgm:spPr/>
    </dgm:pt>
    <dgm:pt modelId="{1D4859D9-7054-4780-84C8-9015A756A5F7}" type="pres">
      <dgm:prSet presAssocID="{7F0EB076-DEB4-48FF-B95D-42D39F5EBC14}" presName="L2TextContainerWrapper" presStyleCnt="0">
        <dgm:presLayoutVars>
          <dgm:chMax val="0"/>
          <dgm:chPref val="0"/>
          <dgm:bulletEnabled val="1"/>
        </dgm:presLayoutVars>
      </dgm:prSet>
      <dgm:spPr/>
    </dgm:pt>
    <dgm:pt modelId="{A0C6F315-E0A5-489D-A2C7-5A4F1B676319}" type="pres">
      <dgm:prSet presAssocID="{7F0EB076-DEB4-48FF-B95D-42D39F5EBC14}" presName="L2TextContainer" presStyleLbl="bgAcc1" presStyleIdx="0" presStyleCnt="5"/>
      <dgm:spPr/>
    </dgm:pt>
    <dgm:pt modelId="{958163B2-CCBC-4A24-9C61-952D8635285D}" type="pres">
      <dgm:prSet presAssocID="{7F0EB076-DEB4-48FF-B95D-42D39F5EBC14}" presName="FlexibleEmptyPlaceHolder" presStyleCnt="0"/>
      <dgm:spPr/>
    </dgm:pt>
    <dgm:pt modelId="{E2523AE6-8EA1-40DA-B1D2-9CB4F2B2AEFC}" type="pres">
      <dgm:prSet presAssocID="{7F0EB076-DEB4-48FF-B95D-42D39F5EBC14}" presName="ConnectLine" presStyleLbl="sibTrans1D1" presStyleIdx="0" presStyleCnt="5"/>
      <dgm:spPr>
        <a:noFill/>
        <a:ln w="6350" cap="flat" cmpd="sng" algn="ctr">
          <a:solidFill>
            <a:schemeClr val="accent2">
              <a:hueOff val="0"/>
              <a:satOff val="0"/>
              <a:lumOff val="0"/>
              <a:alphaOff val="0"/>
            </a:schemeClr>
          </a:solidFill>
          <a:prstDash val="dash"/>
          <a:miter lim="800000"/>
        </a:ln>
        <a:effectLst/>
      </dgm:spPr>
    </dgm:pt>
    <dgm:pt modelId="{8D7A88A0-F7F4-411A-BBBA-11E26D133B2A}" type="pres">
      <dgm:prSet presAssocID="{7F0EB076-DEB4-48FF-B95D-42D39F5EBC14}" presName="ConnectorPoint" presStyleLbl="alignNode1" presStyleIdx="0" presStyleCnt="5"/>
      <dgm:spPr/>
    </dgm:pt>
    <dgm:pt modelId="{315904EA-4781-45ED-8FA7-0122DFBCE3C3}" type="pres">
      <dgm:prSet presAssocID="{7F0EB076-DEB4-48FF-B95D-42D39F5EBC14}" presName="EmptyPlaceHolder" presStyleCnt="0"/>
      <dgm:spPr/>
    </dgm:pt>
    <dgm:pt modelId="{7DAB9731-0230-456D-B651-243F787B5E9C}" type="pres">
      <dgm:prSet presAssocID="{313179F6-3EC4-4C85-B315-0CAE732B4284}" presName="spaceBetweenRectangles" presStyleCnt="0"/>
      <dgm:spPr/>
    </dgm:pt>
    <dgm:pt modelId="{6BC2CEA1-2342-410D-87EB-D7D1969DA2C8}" type="pres">
      <dgm:prSet presAssocID="{3C8F4DD2-823B-438F-9A42-F505921127EE}" presName="composite" presStyleCnt="0"/>
      <dgm:spPr/>
    </dgm:pt>
    <dgm:pt modelId="{8739A254-9884-44A9-9F47-C726B821787C}" type="pres">
      <dgm:prSet presAssocID="{3C8F4DD2-823B-438F-9A42-F505921127EE}" presName="L1TextContainer" presStyleLbl="revTx" presStyleIdx="1" presStyleCnt="5">
        <dgm:presLayoutVars>
          <dgm:chMax val="1"/>
          <dgm:chPref val="1"/>
          <dgm:bulletEnabled val="1"/>
        </dgm:presLayoutVars>
      </dgm:prSet>
      <dgm:spPr/>
    </dgm:pt>
    <dgm:pt modelId="{6E05C1D6-BBA1-4623-A313-0EB934806235}" type="pres">
      <dgm:prSet presAssocID="{3C8F4DD2-823B-438F-9A42-F505921127EE}" presName="L2TextContainerWrapper" presStyleCnt="0">
        <dgm:presLayoutVars>
          <dgm:chMax val="0"/>
          <dgm:chPref val="0"/>
          <dgm:bulletEnabled val="1"/>
        </dgm:presLayoutVars>
      </dgm:prSet>
      <dgm:spPr/>
    </dgm:pt>
    <dgm:pt modelId="{E15A5B4F-3050-4A35-8410-1BBBF6957916}" type="pres">
      <dgm:prSet presAssocID="{3C8F4DD2-823B-438F-9A42-F505921127EE}" presName="L2TextContainer" presStyleLbl="bgAcc1" presStyleIdx="1" presStyleCnt="5"/>
      <dgm:spPr/>
    </dgm:pt>
    <dgm:pt modelId="{95C8532F-697F-4651-AA4B-E00660BFF3E9}" type="pres">
      <dgm:prSet presAssocID="{3C8F4DD2-823B-438F-9A42-F505921127EE}" presName="FlexibleEmptyPlaceHolder" presStyleCnt="0"/>
      <dgm:spPr/>
    </dgm:pt>
    <dgm:pt modelId="{505FED02-6F7F-4CD0-8AB3-C2ECE8A4EAE6}" type="pres">
      <dgm:prSet presAssocID="{3C8F4DD2-823B-438F-9A42-F505921127EE}" presName="ConnectLine" presStyleLbl="sibTrans1D1" presStyleIdx="1" presStyleCnt="5"/>
      <dgm:spPr>
        <a:noFill/>
        <a:ln w="6350" cap="flat" cmpd="sng" algn="ctr">
          <a:solidFill>
            <a:schemeClr val="accent2">
              <a:hueOff val="0"/>
              <a:satOff val="0"/>
              <a:lumOff val="0"/>
              <a:alphaOff val="0"/>
            </a:schemeClr>
          </a:solidFill>
          <a:prstDash val="dash"/>
          <a:miter lim="800000"/>
        </a:ln>
        <a:effectLst/>
      </dgm:spPr>
    </dgm:pt>
    <dgm:pt modelId="{3D438DF6-1D66-400D-B8FA-A58576A45808}" type="pres">
      <dgm:prSet presAssocID="{3C8F4DD2-823B-438F-9A42-F505921127EE}" presName="ConnectorPoint" presStyleLbl="alignNode1" presStyleIdx="1" presStyleCnt="5"/>
      <dgm:spPr/>
    </dgm:pt>
    <dgm:pt modelId="{65C587E1-D0D6-42EF-9884-F24B90724913}" type="pres">
      <dgm:prSet presAssocID="{3C8F4DD2-823B-438F-9A42-F505921127EE}" presName="EmptyPlaceHolder" presStyleCnt="0"/>
      <dgm:spPr/>
    </dgm:pt>
    <dgm:pt modelId="{35656B25-764F-4B50-9022-ECD0A61C0A99}" type="pres">
      <dgm:prSet presAssocID="{2954509D-4F0C-469C-A233-14DEFCD10935}" presName="spaceBetweenRectangles" presStyleCnt="0"/>
      <dgm:spPr/>
    </dgm:pt>
    <dgm:pt modelId="{8EBE88F4-9D7E-4AD0-B91A-58137BA3D612}" type="pres">
      <dgm:prSet presAssocID="{7B1B769F-031B-43AB-9A99-E7DC30B048CC}" presName="composite" presStyleCnt="0"/>
      <dgm:spPr/>
    </dgm:pt>
    <dgm:pt modelId="{49E0B5C5-0549-4BBA-ADFC-D9D2804F7598}" type="pres">
      <dgm:prSet presAssocID="{7B1B769F-031B-43AB-9A99-E7DC30B048CC}" presName="L1TextContainer" presStyleLbl="revTx" presStyleIdx="2" presStyleCnt="5">
        <dgm:presLayoutVars>
          <dgm:chMax val="1"/>
          <dgm:chPref val="1"/>
          <dgm:bulletEnabled val="1"/>
        </dgm:presLayoutVars>
      </dgm:prSet>
      <dgm:spPr/>
    </dgm:pt>
    <dgm:pt modelId="{4DB07C6A-479A-466D-BFDC-448030C25C61}" type="pres">
      <dgm:prSet presAssocID="{7B1B769F-031B-43AB-9A99-E7DC30B048CC}" presName="L2TextContainerWrapper" presStyleCnt="0">
        <dgm:presLayoutVars>
          <dgm:chMax val="0"/>
          <dgm:chPref val="0"/>
          <dgm:bulletEnabled val="1"/>
        </dgm:presLayoutVars>
      </dgm:prSet>
      <dgm:spPr/>
    </dgm:pt>
    <dgm:pt modelId="{A88BA6BC-3C7B-4CC3-9B36-297822CAC1F2}" type="pres">
      <dgm:prSet presAssocID="{7B1B769F-031B-43AB-9A99-E7DC30B048CC}" presName="L2TextContainer" presStyleLbl="bgAcc1" presStyleIdx="2" presStyleCnt="5"/>
      <dgm:spPr/>
    </dgm:pt>
    <dgm:pt modelId="{E484A0E5-EEED-4DDC-BF52-65A91C6EBD63}" type="pres">
      <dgm:prSet presAssocID="{7B1B769F-031B-43AB-9A99-E7DC30B048CC}" presName="FlexibleEmptyPlaceHolder" presStyleCnt="0"/>
      <dgm:spPr/>
    </dgm:pt>
    <dgm:pt modelId="{656AF605-C43C-45C7-97C7-2E25F1D7E62D}" type="pres">
      <dgm:prSet presAssocID="{7B1B769F-031B-43AB-9A99-E7DC30B048CC}" presName="ConnectLine" presStyleLbl="sibTrans1D1" presStyleIdx="2" presStyleCnt="5"/>
      <dgm:spPr>
        <a:noFill/>
        <a:ln w="6350" cap="flat" cmpd="sng" algn="ctr">
          <a:solidFill>
            <a:schemeClr val="accent2">
              <a:hueOff val="0"/>
              <a:satOff val="0"/>
              <a:lumOff val="0"/>
              <a:alphaOff val="0"/>
            </a:schemeClr>
          </a:solidFill>
          <a:prstDash val="dash"/>
          <a:miter lim="800000"/>
        </a:ln>
        <a:effectLst/>
      </dgm:spPr>
    </dgm:pt>
    <dgm:pt modelId="{4082EFAB-6718-4FBE-9176-77B951B80100}" type="pres">
      <dgm:prSet presAssocID="{7B1B769F-031B-43AB-9A99-E7DC30B048CC}" presName="ConnectorPoint" presStyleLbl="alignNode1" presStyleIdx="2" presStyleCnt="5"/>
      <dgm:spPr/>
    </dgm:pt>
    <dgm:pt modelId="{4D9D16C0-E9A1-43BE-AA01-51AD8A68B619}" type="pres">
      <dgm:prSet presAssocID="{7B1B769F-031B-43AB-9A99-E7DC30B048CC}" presName="EmptyPlaceHolder" presStyleCnt="0"/>
      <dgm:spPr/>
    </dgm:pt>
    <dgm:pt modelId="{85621BB9-99F1-4377-9041-9B5680557252}" type="pres">
      <dgm:prSet presAssocID="{CC5D660E-6299-443A-8FD6-FA162A3C52D6}" presName="spaceBetweenRectangles" presStyleCnt="0"/>
      <dgm:spPr/>
    </dgm:pt>
    <dgm:pt modelId="{07186E86-2E79-4937-8C5A-FA8EF371A5B8}" type="pres">
      <dgm:prSet presAssocID="{52F3182C-E967-470D-8899-3931A39150F9}" presName="composite" presStyleCnt="0"/>
      <dgm:spPr/>
    </dgm:pt>
    <dgm:pt modelId="{52E30BB5-70CE-4B90-90CF-E1EE6EB9ADFB}" type="pres">
      <dgm:prSet presAssocID="{52F3182C-E967-470D-8899-3931A39150F9}" presName="L1TextContainer" presStyleLbl="revTx" presStyleIdx="3" presStyleCnt="5">
        <dgm:presLayoutVars>
          <dgm:chMax val="1"/>
          <dgm:chPref val="1"/>
          <dgm:bulletEnabled val="1"/>
        </dgm:presLayoutVars>
      </dgm:prSet>
      <dgm:spPr/>
    </dgm:pt>
    <dgm:pt modelId="{98ADE240-1DFE-4DF0-8E7F-64712C02125F}" type="pres">
      <dgm:prSet presAssocID="{52F3182C-E967-470D-8899-3931A39150F9}" presName="L2TextContainerWrapper" presStyleCnt="0">
        <dgm:presLayoutVars>
          <dgm:chMax val="0"/>
          <dgm:chPref val="0"/>
          <dgm:bulletEnabled val="1"/>
        </dgm:presLayoutVars>
      </dgm:prSet>
      <dgm:spPr/>
    </dgm:pt>
    <dgm:pt modelId="{FF70DAD1-C734-432B-9A9D-6A70B866BC02}" type="pres">
      <dgm:prSet presAssocID="{52F3182C-E967-470D-8899-3931A39150F9}" presName="L2TextContainer" presStyleLbl="bgAcc1" presStyleIdx="3" presStyleCnt="5"/>
      <dgm:spPr/>
    </dgm:pt>
    <dgm:pt modelId="{0FCCE2BF-9596-49DD-A5BB-E2C73749547C}" type="pres">
      <dgm:prSet presAssocID="{52F3182C-E967-470D-8899-3931A39150F9}" presName="FlexibleEmptyPlaceHolder" presStyleCnt="0"/>
      <dgm:spPr/>
    </dgm:pt>
    <dgm:pt modelId="{E0D63527-213B-4EC2-A024-6A87A70FACE4}" type="pres">
      <dgm:prSet presAssocID="{52F3182C-E967-470D-8899-3931A39150F9}" presName="ConnectLine" presStyleLbl="sibTrans1D1" presStyleIdx="3" presStyleCnt="5"/>
      <dgm:spPr>
        <a:noFill/>
        <a:ln w="6350" cap="flat" cmpd="sng" algn="ctr">
          <a:solidFill>
            <a:schemeClr val="accent2">
              <a:hueOff val="0"/>
              <a:satOff val="0"/>
              <a:lumOff val="0"/>
              <a:alphaOff val="0"/>
            </a:schemeClr>
          </a:solidFill>
          <a:prstDash val="dash"/>
          <a:miter lim="800000"/>
        </a:ln>
        <a:effectLst/>
      </dgm:spPr>
    </dgm:pt>
    <dgm:pt modelId="{3ACEB025-81DD-4C0B-ACD0-412BD7804247}" type="pres">
      <dgm:prSet presAssocID="{52F3182C-E967-470D-8899-3931A39150F9}" presName="ConnectorPoint" presStyleLbl="alignNode1" presStyleIdx="3" presStyleCnt="5"/>
      <dgm:spPr/>
    </dgm:pt>
    <dgm:pt modelId="{AA2EAEC4-EEFA-4C6B-BA5C-24DFAE88BAB4}" type="pres">
      <dgm:prSet presAssocID="{52F3182C-E967-470D-8899-3931A39150F9}" presName="EmptyPlaceHolder" presStyleCnt="0"/>
      <dgm:spPr/>
    </dgm:pt>
    <dgm:pt modelId="{063944CB-2AF9-4B12-B49C-900CB5815EB1}" type="pres">
      <dgm:prSet presAssocID="{C61A6DB5-484E-4936-B15B-066C28F554A5}" presName="spaceBetweenRectangles" presStyleCnt="0"/>
      <dgm:spPr/>
    </dgm:pt>
    <dgm:pt modelId="{27D690E2-C8FC-4701-A684-F7056EE057DB}" type="pres">
      <dgm:prSet presAssocID="{768380FF-15A6-43CD-8945-082FE7772C7D}" presName="composite" presStyleCnt="0"/>
      <dgm:spPr/>
    </dgm:pt>
    <dgm:pt modelId="{4543D68F-3F90-4C92-82BF-CA99C58D0460}" type="pres">
      <dgm:prSet presAssocID="{768380FF-15A6-43CD-8945-082FE7772C7D}" presName="L1TextContainer" presStyleLbl="revTx" presStyleIdx="4" presStyleCnt="5">
        <dgm:presLayoutVars>
          <dgm:chMax val="1"/>
          <dgm:chPref val="1"/>
          <dgm:bulletEnabled val="1"/>
        </dgm:presLayoutVars>
      </dgm:prSet>
      <dgm:spPr/>
    </dgm:pt>
    <dgm:pt modelId="{088D0E80-7E86-47C6-8F50-447134304C99}" type="pres">
      <dgm:prSet presAssocID="{768380FF-15A6-43CD-8945-082FE7772C7D}" presName="L2TextContainerWrapper" presStyleCnt="0">
        <dgm:presLayoutVars>
          <dgm:chMax val="0"/>
          <dgm:chPref val="0"/>
          <dgm:bulletEnabled val="1"/>
        </dgm:presLayoutVars>
      </dgm:prSet>
      <dgm:spPr/>
    </dgm:pt>
    <dgm:pt modelId="{25BBB569-F7ED-4ADA-9B2F-DFD3ABA839C6}" type="pres">
      <dgm:prSet presAssocID="{768380FF-15A6-43CD-8945-082FE7772C7D}" presName="L2TextContainer" presStyleLbl="bgAcc1" presStyleIdx="4" presStyleCnt="5"/>
      <dgm:spPr/>
    </dgm:pt>
    <dgm:pt modelId="{CBC00675-69BB-465C-A22D-B0CF0FABD91E}" type="pres">
      <dgm:prSet presAssocID="{768380FF-15A6-43CD-8945-082FE7772C7D}" presName="FlexibleEmptyPlaceHolder" presStyleCnt="0"/>
      <dgm:spPr/>
    </dgm:pt>
    <dgm:pt modelId="{7054E86D-B62D-42F0-9AAE-C396792957DD}" type="pres">
      <dgm:prSet presAssocID="{768380FF-15A6-43CD-8945-082FE7772C7D}" presName="ConnectLine" presStyleLbl="sibTrans1D1" presStyleIdx="4" presStyleCnt="5"/>
      <dgm:spPr>
        <a:noFill/>
        <a:ln w="6350" cap="flat" cmpd="sng" algn="ctr">
          <a:solidFill>
            <a:schemeClr val="accent2">
              <a:hueOff val="0"/>
              <a:satOff val="0"/>
              <a:lumOff val="0"/>
              <a:alphaOff val="0"/>
            </a:schemeClr>
          </a:solidFill>
          <a:prstDash val="dash"/>
          <a:miter lim="800000"/>
        </a:ln>
        <a:effectLst/>
      </dgm:spPr>
    </dgm:pt>
    <dgm:pt modelId="{BCE74D90-637C-4093-996E-23B6FF9FBD27}" type="pres">
      <dgm:prSet presAssocID="{768380FF-15A6-43CD-8945-082FE7772C7D}" presName="ConnectorPoint" presStyleLbl="alignNode1" presStyleIdx="4" presStyleCnt="5"/>
      <dgm:spPr/>
    </dgm:pt>
    <dgm:pt modelId="{A0A4DAF8-48B5-4BC3-903E-71E8847BD651}" type="pres">
      <dgm:prSet presAssocID="{768380FF-15A6-43CD-8945-082FE7772C7D}" presName="EmptyPlaceHolder" presStyleCnt="0"/>
      <dgm:spPr/>
    </dgm:pt>
  </dgm:ptLst>
  <dgm:cxnLst>
    <dgm:cxn modelId="{849AB000-2668-45BD-8A24-87B65C170B85}" type="presOf" srcId="{768380FF-15A6-43CD-8945-082FE7772C7D}" destId="{4543D68F-3F90-4C92-82BF-CA99C58D0460}" srcOrd="0" destOrd="0" presId="urn:microsoft.com/office/officeart/2016/7/layout/BasicTimeline"/>
    <dgm:cxn modelId="{FD962E01-8075-44A3-A793-ABF71BF6101C}" srcId="{10B80119-59BF-46E5-8337-9FF49E4F905C}" destId="{768380FF-15A6-43CD-8945-082FE7772C7D}" srcOrd="4" destOrd="0" parTransId="{769D5340-807A-4045-820B-DBFD17CE84E4}" sibTransId="{02C5BAD3-1917-4E15-99BF-DF10F578FB2D}"/>
    <dgm:cxn modelId="{3D478210-7237-474C-B7E0-DFE8125D3B6B}" srcId="{52F3182C-E967-470D-8899-3931A39150F9}" destId="{4BA90198-2C2C-4DC6-8D3C-80DE170A1BC7}" srcOrd="0" destOrd="0" parTransId="{D25A702A-B6CE-4374-95EC-A11487E610A5}" sibTransId="{DF0F03BC-F6EE-4095-9BC2-F7E6DF5E67EA}"/>
    <dgm:cxn modelId="{D612BC1A-28BD-E141-88DE-0E6A8BCFD2C1}" srcId="{10B80119-59BF-46E5-8337-9FF49E4F905C}" destId="{52F3182C-E967-470D-8899-3931A39150F9}" srcOrd="3" destOrd="0" parTransId="{0B9B5207-5EB1-40C6-A730-383D520C7F4F}" sibTransId="{C61A6DB5-484E-4936-B15B-066C28F554A5}"/>
    <dgm:cxn modelId="{556AC337-2460-DA44-B7A1-A470E31A0E9E}" type="presOf" srcId="{52F3182C-E967-470D-8899-3931A39150F9}" destId="{52E30BB5-70CE-4B90-90CF-E1EE6EB9ADFB}" srcOrd="0" destOrd="0" presId="urn:microsoft.com/office/officeart/2016/7/layout/BasicTimeline"/>
    <dgm:cxn modelId="{1124143F-8CE1-4B40-8352-C5ACA72E32F5}" srcId="{7F0EB076-DEB4-48FF-B95D-42D39F5EBC14}" destId="{82B77177-9C3C-46FD-B14D-100A7A7D0C2E}" srcOrd="0" destOrd="0" parTransId="{C975F064-C3D8-4748-AD50-C771632DDE98}" sibTransId="{3CC9DFA6-001A-4646-85B3-C574DE59E663}"/>
    <dgm:cxn modelId="{C40FC45C-2F30-49E5-B664-E2D76F3571C5}" srcId="{10B80119-59BF-46E5-8337-9FF49E4F905C}" destId="{7B1B769F-031B-43AB-9A99-E7DC30B048CC}" srcOrd="2" destOrd="0" parTransId="{1158803A-A9F2-4380-9878-CCB9249D68AB}" sibTransId="{CC5D660E-6299-443A-8FD6-FA162A3C52D6}"/>
    <dgm:cxn modelId="{75D33641-F93D-7A47-A0B7-C45C9A0440B4}" type="presOf" srcId="{4BA90198-2C2C-4DC6-8D3C-80DE170A1BC7}" destId="{FF70DAD1-C734-432B-9A9D-6A70B866BC02}" srcOrd="0" destOrd="0" presId="urn:microsoft.com/office/officeart/2016/7/layout/BasicTimeline"/>
    <dgm:cxn modelId="{02934C49-0681-49DA-A6F2-7C216FB26776}" srcId="{7B1B769F-031B-43AB-9A99-E7DC30B048CC}" destId="{D9F5E2CE-9A2B-4822-A26A-81AD2E6F9184}" srcOrd="0" destOrd="0" parTransId="{C6F1E250-CBDF-478D-95D2-254C630D4179}" sibTransId="{D2114D14-2881-4FCE-9497-2FB18B13D773}"/>
    <dgm:cxn modelId="{60185174-30BF-4964-8BB2-A5B3258C9095}" srcId="{768380FF-15A6-43CD-8945-082FE7772C7D}" destId="{FBC171DB-CD52-41E6-A1B4-49E68DE3F192}" srcOrd="0" destOrd="0" parTransId="{438DA684-0EA3-46D9-AA64-BDEF09B09FB2}" sibTransId="{5625E0D3-A21F-404F-8FC8-79E6C223E30C}"/>
    <dgm:cxn modelId="{8CF23D88-703F-41A4-A0B5-8B71E3B9F5B1}" type="presOf" srcId="{CA379215-1032-41BB-B15B-C6CFBDFBF57D}" destId="{E15A5B4F-3050-4A35-8410-1BBBF6957916}" srcOrd="0" destOrd="0" presId="urn:microsoft.com/office/officeart/2016/7/layout/BasicTimeline"/>
    <dgm:cxn modelId="{0CBDDD94-352A-4070-86C9-6B1384E49229}" srcId="{3C8F4DD2-823B-438F-9A42-F505921127EE}" destId="{CA379215-1032-41BB-B15B-C6CFBDFBF57D}" srcOrd="0" destOrd="0" parTransId="{8BD87C00-91E7-4B2A-B128-457FE4296BDE}" sibTransId="{DF1297A9-6604-458D-B9D9-59BB11D76AD6}"/>
    <dgm:cxn modelId="{5F31A09D-53B8-4723-9708-CA6F9F04886C}" srcId="{10B80119-59BF-46E5-8337-9FF49E4F905C}" destId="{7F0EB076-DEB4-48FF-B95D-42D39F5EBC14}" srcOrd="0" destOrd="0" parTransId="{A1E28146-03D6-4B91-83EE-8567B40AF775}" sibTransId="{313179F6-3EC4-4C85-B315-0CAE732B4284}"/>
    <dgm:cxn modelId="{8E0E1BAF-54F1-483A-A5AF-304313878BA2}" type="presOf" srcId="{3C8F4DD2-823B-438F-9A42-F505921127EE}" destId="{8739A254-9884-44A9-9F47-C726B821787C}" srcOrd="0" destOrd="0" presId="urn:microsoft.com/office/officeart/2016/7/layout/BasicTimeline"/>
    <dgm:cxn modelId="{F1603CC4-872E-4D43-963A-6E949BF7BC93}" type="presOf" srcId="{FBC171DB-CD52-41E6-A1B4-49E68DE3F192}" destId="{25BBB569-F7ED-4ADA-9B2F-DFD3ABA839C6}" srcOrd="0" destOrd="0" presId="urn:microsoft.com/office/officeart/2016/7/layout/BasicTimeline"/>
    <dgm:cxn modelId="{7C5B96C4-7959-45F3-B529-365BC0787085}" type="presOf" srcId="{D9F5E2CE-9A2B-4822-A26A-81AD2E6F9184}" destId="{A88BA6BC-3C7B-4CC3-9B36-297822CAC1F2}" srcOrd="0" destOrd="0" presId="urn:microsoft.com/office/officeart/2016/7/layout/BasicTimeline"/>
    <dgm:cxn modelId="{F34C9CD3-43B1-4F03-8C00-05CB83C0405B}" type="presOf" srcId="{82B77177-9C3C-46FD-B14D-100A7A7D0C2E}" destId="{A0C6F315-E0A5-489D-A2C7-5A4F1B676319}" srcOrd="0" destOrd="0" presId="urn:microsoft.com/office/officeart/2016/7/layout/BasicTimeline"/>
    <dgm:cxn modelId="{D8206DDD-F800-467D-AEEB-90496A6EDF89}" srcId="{10B80119-59BF-46E5-8337-9FF49E4F905C}" destId="{3C8F4DD2-823B-438F-9A42-F505921127EE}" srcOrd="1" destOrd="0" parTransId="{B5BA4FDD-4E00-491C-A497-59959EB4F1B5}" sibTransId="{2954509D-4F0C-469C-A233-14DEFCD10935}"/>
    <dgm:cxn modelId="{9276EEDE-6C92-472A-8509-6D132FAED43E}" type="presOf" srcId="{7B1B769F-031B-43AB-9A99-E7DC30B048CC}" destId="{49E0B5C5-0549-4BBA-ADFC-D9D2804F7598}" srcOrd="0" destOrd="0" presId="urn:microsoft.com/office/officeart/2016/7/layout/BasicTimeline"/>
    <dgm:cxn modelId="{C7E76EE0-CD4D-43F7-B394-44B718705152}" type="presOf" srcId="{10B80119-59BF-46E5-8337-9FF49E4F905C}" destId="{DA634CE2-5FAA-45B1-88FF-7281FE2C9F60}" srcOrd="0" destOrd="0" presId="urn:microsoft.com/office/officeart/2016/7/layout/BasicTimeline"/>
    <dgm:cxn modelId="{6926C7EB-77D2-4651-A0DC-6FEA4F87DDC2}" type="presOf" srcId="{7F0EB076-DEB4-48FF-B95D-42D39F5EBC14}" destId="{73F983BC-F73F-4FD9-A4A7-9C4F9CB51BA0}" srcOrd="0" destOrd="0" presId="urn:microsoft.com/office/officeart/2016/7/layout/BasicTimeline"/>
    <dgm:cxn modelId="{8B6E80B9-D5BF-4586-B821-B33A99C78E1F}" type="presParOf" srcId="{DA634CE2-5FAA-45B1-88FF-7281FE2C9F60}" destId="{2562143E-F492-4F5D-BFC0-E17A27B5DB0F}" srcOrd="0" destOrd="0" presId="urn:microsoft.com/office/officeart/2016/7/layout/BasicTimeline"/>
    <dgm:cxn modelId="{58EA9ED7-A486-4998-90D6-5C6EB5EC76D8}" type="presParOf" srcId="{DA634CE2-5FAA-45B1-88FF-7281FE2C9F60}" destId="{7D80B53B-ADF6-40D3-9209-35E037CCFA6B}" srcOrd="1" destOrd="0" presId="urn:microsoft.com/office/officeart/2016/7/layout/BasicTimeline"/>
    <dgm:cxn modelId="{054C5A3F-F53C-4E3D-847E-EFEF1364CA9C}" type="presParOf" srcId="{7D80B53B-ADF6-40D3-9209-35E037CCFA6B}" destId="{D2F09ADD-ED9F-45E7-B85D-C9C7D1B43977}" srcOrd="0" destOrd="0" presId="urn:microsoft.com/office/officeart/2016/7/layout/BasicTimeline"/>
    <dgm:cxn modelId="{9F41AEFE-A7C5-40F3-8421-2B7F91F0AEA8}" type="presParOf" srcId="{D2F09ADD-ED9F-45E7-B85D-C9C7D1B43977}" destId="{73F983BC-F73F-4FD9-A4A7-9C4F9CB51BA0}" srcOrd="0" destOrd="0" presId="urn:microsoft.com/office/officeart/2016/7/layout/BasicTimeline"/>
    <dgm:cxn modelId="{0C724756-BC82-4AD1-A945-753AF69255CA}" type="presParOf" srcId="{D2F09ADD-ED9F-45E7-B85D-C9C7D1B43977}" destId="{1D4859D9-7054-4780-84C8-9015A756A5F7}" srcOrd="1" destOrd="0" presId="urn:microsoft.com/office/officeart/2016/7/layout/BasicTimeline"/>
    <dgm:cxn modelId="{03DC30B4-A128-4705-AC5F-0321B272C23F}" type="presParOf" srcId="{1D4859D9-7054-4780-84C8-9015A756A5F7}" destId="{A0C6F315-E0A5-489D-A2C7-5A4F1B676319}" srcOrd="0" destOrd="0" presId="urn:microsoft.com/office/officeart/2016/7/layout/BasicTimeline"/>
    <dgm:cxn modelId="{BE2B6CBC-950C-441F-9294-3C1FBE578EB4}" type="presParOf" srcId="{1D4859D9-7054-4780-84C8-9015A756A5F7}" destId="{958163B2-CCBC-4A24-9C61-952D8635285D}" srcOrd="1" destOrd="0" presId="urn:microsoft.com/office/officeart/2016/7/layout/BasicTimeline"/>
    <dgm:cxn modelId="{2831E50F-EA39-485F-B610-0E558DCF858E}" type="presParOf" srcId="{D2F09ADD-ED9F-45E7-B85D-C9C7D1B43977}" destId="{E2523AE6-8EA1-40DA-B1D2-9CB4F2B2AEFC}" srcOrd="2" destOrd="0" presId="urn:microsoft.com/office/officeart/2016/7/layout/BasicTimeline"/>
    <dgm:cxn modelId="{035DCDAF-C8F4-4C4B-9891-647EDA31632E}" type="presParOf" srcId="{D2F09ADD-ED9F-45E7-B85D-C9C7D1B43977}" destId="{8D7A88A0-F7F4-411A-BBBA-11E26D133B2A}" srcOrd="3" destOrd="0" presId="urn:microsoft.com/office/officeart/2016/7/layout/BasicTimeline"/>
    <dgm:cxn modelId="{05F351ED-D505-4933-A6F1-497EC561DFCA}" type="presParOf" srcId="{D2F09ADD-ED9F-45E7-B85D-C9C7D1B43977}" destId="{315904EA-4781-45ED-8FA7-0122DFBCE3C3}" srcOrd="4" destOrd="0" presId="urn:microsoft.com/office/officeart/2016/7/layout/BasicTimeline"/>
    <dgm:cxn modelId="{0D9FECB0-81F9-4E9A-A11B-EF6DCF6A3C99}" type="presParOf" srcId="{7D80B53B-ADF6-40D3-9209-35E037CCFA6B}" destId="{7DAB9731-0230-456D-B651-243F787B5E9C}" srcOrd="1" destOrd="0" presId="urn:microsoft.com/office/officeart/2016/7/layout/BasicTimeline"/>
    <dgm:cxn modelId="{662C26CC-9E5E-4A64-B25A-733684161DE0}" type="presParOf" srcId="{7D80B53B-ADF6-40D3-9209-35E037CCFA6B}" destId="{6BC2CEA1-2342-410D-87EB-D7D1969DA2C8}" srcOrd="2" destOrd="0" presId="urn:microsoft.com/office/officeart/2016/7/layout/BasicTimeline"/>
    <dgm:cxn modelId="{FDB5941E-B8C9-4D5B-86BB-D95294E1A842}" type="presParOf" srcId="{6BC2CEA1-2342-410D-87EB-D7D1969DA2C8}" destId="{8739A254-9884-44A9-9F47-C726B821787C}" srcOrd="0" destOrd="0" presId="urn:microsoft.com/office/officeart/2016/7/layout/BasicTimeline"/>
    <dgm:cxn modelId="{975F3074-298B-402A-AFB8-A1731C036891}" type="presParOf" srcId="{6BC2CEA1-2342-410D-87EB-D7D1969DA2C8}" destId="{6E05C1D6-BBA1-4623-A313-0EB934806235}" srcOrd="1" destOrd="0" presId="urn:microsoft.com/office/officeart/2016/7/layout/BasicTimeline"/>
    <dgm:cxn modelId="{E69FA4A4-9B33-4377-A315-55D9C014E8A5}" type="presParOf" srcId="{6E05C1D6-BBA1-4623-A313-0EB934806235}" destId="{E15A5B4F-3050-4A35-8410-1BBBF6957916}" srcOrd="0" destOrd="0" presId="urn:microsoft.com/office/officeart/2016/7/layout/BasicTimeline"/>
    <dgm:cxn modelId="{43365673-E532-43EE-A402-F3C5BD5B1344}" type="presParOf" srcId="{6E05C1D6-BBA1-4623-A313-0EB934806235}" destId="{95C8532F-697F-4651-AA4B-E00660BFF3E9}" srcOrd="1" destOrd="0" presId="urn:microsoft.com/office/officeart/2016/7/layout/BasicTimeline"/>
    <dgm:cxn modelId="{32DF2132-0611-49D1-85B8-19F0D3FB2862}" type="presParOf" srcId="{6BC2CEA1-2342-410D-87EB-D7D1969DA2C8}" destId="{505FED02-6F7F-4CD0-8AB3-C2ECE8A4EAE6}" srcOrd="2" destOrd="0" presId="urn:microsoft.com/office/officeart/2016/7/layout/BasicTimeline"/>
    <dgm:cxn modelId="{3F17A754-D37D-4EE6-857D-01964C29C74B}" type="presParOf" srcId="{6BC2CEA1-2342-410D-87EB-D7D1969DA2C8}" destId="{3D438DF6-1D66-400D-B8FA-A58576A45808}" srcOrd="3" destOrd="0" presId="urn:microsoft.com/office/officeart/2016/7/layout/BasicTimeline"/>
    <dgm:cxn modelId="{AAB560E5-7E6C-4C31-9647-EF0D800404B5}" type="presParOf" srcId="{6BC2CEA1-2342-410D-87EB-D7D1969DA2C8}" destId="{65C587E1-D0D6-42EF-9884-F24B90724913}" srcOrd="4" destOrd="0" presId="urn:microsoft.com/office/officeart/2016/7/layout/BasicTimeline"/>
    <dgm:cxn modelId="{2FE3653D-7E12-4084-A083-015A4D46DC16}" type="presParOf" srcId="{7D80B53B-ADF6-40D3-9209-35E037CCFA6B}" destId="{35656B25-764F-4B50-9022-ECD0A61C0A99}" srcOrd="3" destOrd="0" presId="urn:microsoft.com/office/officeart/2016/7/layout/BasicTimeline"/>
    <dgm:cxn modelId="{03F4866E-93D6-4FB1-BB22-FCBD803BD62D}" type="presParOf" srcId="{7D80B53B-ADF6-40D3-9209-35E037CCFA6B}" destId="{8EBE88F4-9D7E-4AD0-B91A-58137BA3D612}" srcOrd="4" destOrd="0" presId="urn:microsoft.com/office/officeart/2016/7/layout/BasicTimeline"/>
    <dgm:cxn modelId="{9CEE53D9-7B5A-44E2-B55C-966F9CC24FFF}" type="presParOf" srcId="{8EBE88F4-9D7E-4AD0-B91A-58137BA3D612}" destId="{49E0B5C5-0549-4BBA-ADFC-D9D2804F7598}" srcOrd="0" destOrd="0" presId="urn:microsoft.com/office/officeart/2016/7/layout/BasicTimeline"/>
    <dgm:cxn modelId="{D517728A-1D20-4487-B2AD-96353E6B2B73}" type="presParOf" srcId="{8EBE88F4-9D7E-4AD0-B91A-58137BA3D612}" destId="{4DB07C6A-479A-466D-BFDC-448030C25C61}" srcOrd="1" destOrd="0" presId="urn:microsoft.com/office/officeart/2016/7/layout/BasicTimeline"/>
    <dgm:cxn modelId="{FCC85A2C-9A02-44A6-849B-0D53B6882834}" type="presParOf" srcId="{4DB07C6A-479A-466D-BFDC-448030C25C61}" destId="{A88BA6BC-3C7B-4CC3-9B36-297822CAC1F2}" srcOrd="0" destOrd="0" presId="urn:microsoft.com/office/officeart/2016/7/layout/BasicTimeline"/>
    <dgm:cxn modelId="{101180B8-C1F7-4C28-B96A-A8AAF87CC5C3}" type="presParOf" srcId="{4DB07C6A-479A-466D-BFDC-448030C25C61}" destId="{E484A0E5-EEED-4DDC-BF52-65A91C6EBD63}" srcOrd="1" destOrd="0" presId="urn:microsoft.com/office/officeart/2016/7/layout/BasicTimeline"/>
    <dgm:cxn modelId="{691A954B-3A5E-4314-8222-617BA26774B1}" type="presParOf" srcId="{8EBE88F4-9D7E-4AD0-B91A-58137BA3D612}" destId="{656AF605-C43C-45C7-97C7-2E25F1D7E62D}" srcOrd="2" destOrd="0" presId="urn:microsoft.com/office/officeart/2016/7/layout/BasicTimeline"/>
    <dgm:cxn modelId="{E9D1A29C-BCAC-4AA6-ABDE-14659564697B}" type="presParOf" srcId="{8EBE88F4-9D7E-4AD0-B91A-58137BA3D612}" destId="{4082EFAB-6718-4FBE-9176-77B951B80100}" srcOrd="3" destOrd="0" presId="urn:microsoft.com/office/officeart/2016/7/layout/BasicTimeline"/>
    <dgm:cxn modelId="{70E8DF13-0A0A-4E0E-AB1B-F22E603C2387}" type="presParOf" srcId="{8EBE88F4-9D7E-4AD0-B91A-58137BA3D612}" destId="{4D9D16C0-E9A1-43BE-AA01-51AD8A68B619}" srcOrd="4" destOrd="0" presId="urn:microsoft.com/office/officeart/2016/7/layout/BasicTimeline"/>
    <dgm:cxn modelId="{A9A7EA0F-2C6B-4E7C-90B1-6AC4DA354B31}" type="presParOf" srcId="{7D80B53B-ADF6-40D3-9209-35E037CCFA6B}" destId="{85621BB9-99F1-4377-9041-9B5680557252}" srcOrd="5" destOrd="0" presId="urn:microsoft.com/office/officeart/2016/7/layout/BasicTimeline"/>
    <dgm:cxn modelId="{558FD2C3-5112-4041-AE7B-DEC76CFFA741}" type="presParOf" srcId="{7D80B53B-ADF6-40D3-9209-35E037CCFA6B}" destId="{07186E86-2E79-4937-8C5A-FA8EF371A5B8}" srcOrd="6" destOrd="0" presId="urn:microsoft.com/office/officeart/2016/7/layout/BasicTimeline"/>
    <dgm:cxn modelId="{7384191C-A204-2A4A-9159-1E8991000DF4}" type="presParOf" srcId="{07186E86-2E79-4937-8C5A-FA8EF371A5B8}" destId="{52E30BB5-70CE-4B90-90CF-E1EE6EB9ADFB}" srcOrd="0" destOrd="0" presId="urn:microsoft.com/office/officeart/2016/7/layout/BasicTimeline"/>
    <dgm:cxn modelId="{E39D25F0-274A-0440-A14D-E6C05C87D5D8}" type="presParOf" srcId="{07186E86-2E79-4937-8C5A-FA8EF371A5B8}" destId="{98ADE240-1DFE-4DF0-8E7F-64712C02125F}" srcOrd="1" destOrd="0" presId="urn:microsoft.com/office/officeart/2016/7/layout/BasicTimeline"/>
    <dgm:cxn modelId="{D12522C3-480D-3749-97E4-0B76CC17F0D7}" type="presParOf" srcId="{98ADE240-1DFE-4DF0-8E7F-64712C02125F}" destId="{FF70DAD1-C734-432B-9A9D-6A70B866BC02}" srcOrd="0" destOrd="0" presId="urn:microsoft.com/office/officeart/2016/7/layout/BasicTimeline"/>
    <dgm:cxn modelId="{4578D6F2-F1C3-4249-AC94-33F4B44E54B3}" type="presParOf" srcId="{98ADE240-1DFE-4DF0-8E7F-64712C02125F}" destId="{0FCCE2BF-9596-49DD-A5BB-E2C73749547C}" srcOrd="1" destOrd="0" presId="urn:microsoft.com/office/officeart/2016/7/layout/BasicTimeline"/>
    <dgm:cxn modelId="{EAE2F14B-834B-044A-A540-7300C26BFF25}" type="presParOf" srcId="{07186E86-2E79-4937-8C5A-FA8EF371A5B8}" destId="{E0D63527-213B-4EC2-A024-6A87A70FACE4}" srcOrd="2" destOrd="0" presId="urn:microsoft.com/office/officeart/2016/7/layout/BasicTimeline"/>
    <dgm:cxn modelId="{FB79B813-3225-1A42-A30A-93AF84C9C90D}" type="presParOf" srcId="{07186E86-2E79-4937-8C5A-FA8EF371A5B8}" destId="{3ACEB025-81DD-4C0B-ACD0-412BD7804247}" srcOrd="3" destOrd="0" presId="urn:microsoft.com/office/officeart/2016/7/layout/BasicTimeline"/>
    <dgm:cxn modelId="{D8615AFD-7517-7743-A39F-0C44CC3B5207}" type="presParOf" srcId="{07186E86-2E79-4937-8C5A-FA8EF371A5B8}" destId="{AA2EAEC4-EEFA-4C6B-BA5C-24DFAE88BAB4}" srcOrd="4" destOrd="0" presId="urn:microsoft.com/office/officeart/2016/7/layout/BasicTimeline"/>
    <dgm:cxn modelId="{59DEE1EC-A3F3-6C44-9354-39C0CC2E4AA5}" type="presParOf" srcId="{7D80B53B-ADF6-40D3-9209-35E037CCFA6B}" destId="{063944CB-2AF9-4B12-B49C-900CB5815EB1}" srcOrd="7" destOrd="0" presId="urn:microsoft.com/office/officeart/2016/7/layout/BasicTimeline"/>
    <dgm:cxn modelId="{D289A22C-0BC7-41D7-9A7F-666D61752307}" type="presParOf" srcId="{7D80B53B-ADF6-40D3-9209-35E037CCFA6B}" destId="{27D690E2-C8FC-4701-A684-F7056EE057DB}" srcOrd="8" destOrd="0" presId="urn:microsoft.com/office/officeart/2016/7/layout/BasicTimeline"/>
    <dgm:cxn modelId="{12164B68-4CA5-41E6-8153-29060BF141BF}" type="presParOf" srcId="{27D690E2-C8FC-4701-A684-F7056EE057DB}" destId="{4543D68F-3F90-4C92-82BF-CA99C58D0460}" srcOrd="0" destOrd="0" presId="urn:microsoft.com/office/officeart/2016/7/layout/BasicTimeline"/>
    <dgm:cxn modelId="{BA456869-CB43-4C92-9981-0AF876A8D389}" type="presParOf" srcId="{27D690E2-C8FC-4701-A684-F7056EE057DB}" destId="{088D0E80-7E86-47C6-8F50-447134304C99}" srcOrd="1" destOrd="0" presId="urn:microsoft.com/office/officeart/2016/7/layout/BasicTimeline"/>
    <dgm:cxn modelId="{BCAC7910-7A9E-4734-A19C-17A2A6B3890F}" type="presParOf" srcId="{088D0E80-7E86-47C6-8F50-447134304C99}" destId="{25BBB569-F7ED-4ADA-9B2F-DFD3ABA839C6}" srcOrd="0" destOrd="0" presId="urn:microsoft.com/office/officeart/2016/7/layout/BasicTimeline"/>
    <dgm:cxn modelId="{2B6EA526-8686-49D2-B4EC-8212594D67FA}" type="presParOf" srcId="{088D0E80-7E86-47C6-8F50-447134304C99}" destId="{CBC00675-69BB-465C-A22D-B0CF0FABD91E}" srcOrd="1" destOrd="0" presId="urn:microsoft.com/office/officeart/2016/7/layout/BasicTimeline"/>
    <dgm:cxn modelId="{7F98D735-4FA6-441B-8159-32180F1945E7}" type="presParOf" srcId="{27D690E2-C8FC-4701-A684-F7056EE057DB}" destId="{7054E86D-B62D-42F0-9AAE-C396792957DD}" srcOrd="2" destOrd="0" presId="urn:microsoft.com/office/officeart/2016/7/layout/BasicTimeline"/>
    <dgm:cxn modelId="{0B4A52EA-E973-4620-9FA6-4D18AF4C1FBA}" type="presParOf" srcId="{27D690E2-C8FC-4701-A684-F7056EE057DB}" destId="{BCE74D90-637C-4093-996E-23B6FF9FBD27}" srcOrd="3" destOrd="0" presId="urn:microsoft.com/office/officeart/2016/7/layout/BasicTimeline"/>
    <dgm:cxn modelId="{3FC43F33-D8A9-48F0-AC7E-5B341B5327C6}" type="presParOf" srcId="{27D690E2-C8FC-4701-A684-F7056EE057DB}" destId="{A0A4DAF8-48B5-4BC3-903E-71E8847BD651}"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62143E-F492-4F5D-BFC0-E17A27B5DB0F}">
      <dsp:nvSpPr>
        <dsp:cNvPr id="0" name=""/>
        <dsp:cNvSpPr/>
      </dsp:nvSpPr>
      <dsp:spPr>
        <a:xfrm>
          <a:off x="0" y="2294812"/>
          <a:ext cx="6608232" cy="0"/>
        </a:xfrm>
        <a:prstGeom prst="line">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73F983BC-F73F-4FD9-A4A7-9C4F9CB51BA0}">
      <dsp:nvSpPr>
        <dsp:cNvPr id="0" name=""/>
        <dsp:cNvSpPr/>
      </dsp:nvSpPr>
      <dsp:spPr>
        <a:xfrm>
          <a:off x="123904" y="2464628"/>
          <a:ext cx="1749116" cy="518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endParaRPr lang="en-US" sz="2000" b="1" kern="1200">
            <a:latin typeface="Neue Haas Grotesk Text Pro"/>
            <a:ea typeface="Calibri"/>
            <a:cs typeface="Calibri"/>
          </a:endParaRPr>
        </a:p>
      </dsp:txBody>
      <dsp:txXfrm>
        <a:off x="123904" y="2464628"/>
        <a:ext cx="1749116" cy="518627"/>
      </dsp:txXfrm>
    </dsp:sp>
    <dsp:sp modelId="{A0C6F315-E0A5-489D-A2C7-5A4F1B676319}">
      <dsp:nvSpPr>
        <dsp:cNvPr id="0" name=""/>
        <dsp:cNvSpPr/>
      </dsp:nvSpPr>
      <dsp:spPr>
        <a:xfrm>
          <a:off x="4646" y="640252"/>
          <a:ext cx="1987632" cy="782531"/>
        </a:xfrm>
        <a:prstGeom prst="round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b="0" kern="1200">
              <a:solidFill>
                <a:schemeClr val="tx1"/>
              </a:solidFill>
            </a:rPr>
            <a:t>Call Control</a:t>
          </a:r>
        </a:p>
      </dsp:txBody>
      <dsp:txXfrm>
        <a:off x="42846" y="678452"/>
        <a:ext cx="1911232" cy="706131"/>
      </dsp:txXfrm>
    </dsp:sp>
    <dsp:sp modelId="{E2523AE6-8EA1-40DA-B1D2-9CB4F2B2AEFC}">
      <dsp:nvSpPr>
        <dsp:cNvPr id="0" name=""/>
        <dsp:cNvSpPr/>
      </dsp:nvSpPr>
      <dsp:spPr>
        <a:xfrm>
          <a:off x="998462" y="1422783"/>
          <a:ext cx="0" cy="872028"/>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8739A254-9884-44A9-9F47-C726B821787C}">
      <dsp:nvSpPr>
        <dsp:cNvPr id="0" name=""/>
        <dsp:cNvSpPr/>
      </dsp:nvSpPr>
      <dsp:spPr>
        <a:xfrm>
          <a:off x="1276731" y="1606368"/>
          <a:ext cx="1749116" cy="518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endParaRPr lang="en-US" sz="2000" kern="1200">
            <a:solidFill>
              <a:schemeClr val="tx1"/>
            </a:solidFill>
            <a:latin typeface="Calibri"/>
            <a:ea typeface="Calibri"/>
            <a:cs typeface="Calibri"/>
          </a:endParaRPr>
        </a:p>
      </dsp:txBody>
      <dsp:txXfrm>
        <a:off x="1276731" y="1606368"/>
        <a:ext cx="1749116" cy="518627"/>
      </dsp:txXfrm>
    </dsp:sp>
    <dsp:sp modelId="{8D7A88A0-F7F4-411A-BBBA-11E26D133B2A}">
      <dsp:nvSpPr>
        <dsp:cNvPr id="0" name=""/>
        <dsp:cNvSpPr/>
      </dsp:nvSpPr>
      <dsp:spPr>
        <a:xfrm>
          <a:off x="964040" y="2260390"/>
          <a:ext cx="68844" cy="68844"/>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5A5B4F-3050-4A35-8410-1BBBF6957916}">
      <dsp:nvSpPr>
        <dsp:cNvPr id="0" name=""/>
        <dsp:cNvSpPr/>
      </dsp:nvSpPr>
      <dsp:spPr>
        <a:xfrm>
          <a:off x="1157473" y="3166841"/>
          <a:ext cx="1987632" cy="782531"/>
        </a:xfrm>
        <a:prstGeom prst="round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a:solidFill>
                <a:schemeClr val="tx1"/>
              </a:solidFill>
              <a:latin typeface="Calibri"/>
              <a:ea typeface="Calibri"/>
              <a:cs typeface="Calibri"/>
            </a:rPr>
            <a:t>MCUs</a:t>
          </a:r>
        </a:p>
      </dsp:txBody>
      <dsp:txXfrm>
        <a:off x="1195673" y="3205041"/>
        <a:ext cx="1911232" cy="706131"/>
      </dsp:txXfrm>
    </dsp:sp>
    <dsp:sp modelId="{505FED02-6F7F-4CD0-8AB3-C2ECE8A4EAE6}">
      <dsp:nvSpPr>
        <dsp:cNvPr id="0" name=""/>
        <dsp:cNvSpPr/>
      </dsp:nvSpPr>
      <dsp:spPr>
        <a:xfrm>
          <a:off x="2151289" y="2294812"/>
          <a:ext cx="0" cy="872028"/>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49E0B5C5-0549-4BBA-ADFC-D9D2804F7598}">
      <dsp:nvSpPr>
        <dsp:cNvPr id="0" name=""/>
        <dsp:cNvSpPr/>
      </dsp:nvSpPr>
      <dsp:spPr>
        <a:xfrm>
          <a:off x="2429557" y="2464628"/>
          <a:ext cx="1749116" cy="518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endParaRPr lang="en-US" sz="2000" kern="1200">
            <a:solidFill>
              <a:schemeClr val="tx1"/>
            </a:solidFill>
            <a:latin typeface="Calibri"/>
            <a:ea typeface="Calibri"/>
            <a:cs typeface="Calibri"/>
          </a:endParaRPr>
        </a:p>
      </dsp:txBody>
      <dsp:txXfrm>
        <a:off x="2429557" y="2464628"/>
        <a:ext cx="1749116" cy="518627"/>
      </dsp:txXfrm>
    </dsp:sp>
    <dsp:sp modelId="{3D438DF6-1D66-400D-B8FA-A58576A45808}">
      <dsp:nvSpPr>
        <dsp:cNvPr id="0" name=""/>
        <dsp:cNvSpPr/>
      </dsp:nvSpPr>
      <dsp:spPr>
        <a:xfrm>
          <a:off x="2116867" y="2260390"/>
          <a:ext cx="68844" cy="68844"/>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BA6BC-3C7B-4CC3-9B36-297822CAC1F2}">
      <dsp:nvSpPr>
        <dsp:cNvPr id="0" name=""/>
        <dsp:cNvSpPr/>
      </dsp:nvSpPr>
      <dsp:spPr>
        <a:xfrm>
          <a:off x="2310299" y="493528"/>
          <a:ext cx="1987632" cy="929255"/>
        </a:xfrm>
        <a:prstGeom prst="round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rtl="0">
            <a:lnSpc>
              <a:spcPct val="90000"/>
            </a:lnSpc>
            <a:spcBef>
              <a:spcPct val="0"/>
            </a:spcBef>
            <a:spcAft>
              <a:spcPct val="35000"/>
            </a:spcAft>
            <a:buNone/>
          </a:pPr>
          <a:r>
            <a:rPr lang="en-US" sz="1800" kern="1200">
              <a:solidFill>
                <a:schemeClr val="tx1"/>
              </a:solidFill>
              <a:latin typeface="Calibri"/>
              <a:ea typeface="Calibri"/>
              <a:cs typeface="Calibri"/>
            </a:rPr>
            <a:t>Voice and Media </a:t>
          </a:r>
          <a:r>
            <a:rPr lang="en-US" sz="1800" kern="1200">
              <a:solidFill>
                <a:srgbClr val="000000"/>
              </a:solidFill>
              <a:latin typeface="Calibri"/>
              <a:ea typeface="Calibri"/>
              <a:cs typeface="Calibri"/>
            </a:rPr>
            <a:t>Gateways</a:t>
          </a:r>
          <a:endParaRPr lang="en-US" sz="1800" kern="1200">
            <a:solidFill>
              <a:schemeClr val="tx1"/>
            </a:solidFill>
            <a:latin typeface="Neue Haas Grotesk Text Pro"/>
            <a:ea typeface="Calibri"/>
            <a:cs typeface="Calibri"/>
          </a:endParaRPr>
        </a:p>
      </dsp:txBody>
      <dsp:txXfrm>
        <a:off x="2355661" y="538890"/>
        <a:ext cx="1896908" cy="838531"/>
      </dsp:txXfrm>
    </dsp:sp>
    <dsp:sp modelId="{656AF605-C43C-45C7-97C7-2E25F1D7E62D}">
      <dsp:nvSpPr>
        <dsp:cNvPr id="0" name=""/>
        <dsp:cNvSpPr/>
      </dsp:nvSpPr>
      <dsp:spPr>
        <a:xfrm>
          <a:off x="3304116" y="1422783"/>
          <a:ext cx="0" cy="872028"/>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52E30BB5-70CE-4B90-90CF-E1EE6EB9ADFB}">
      <dsp:nvSpPr>
        <dsp:cNvPr id="0" name=""/>
        <dsp:cNvSpPr/>
      </dsp:nvSpPr>
      <dsp:spPr>
        <a:xfrm>
          <a:off x="3582384" y="1606368"/>
          <a:ext cx="1749116" cy="518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endParaRPr lang="en-US" sz="2000" kern="1200">
            <a:latin typeface="Calibri"/>
            <a:ea typeface="Calibri"/>
            <a:cs typeface="Calibri"/>
          </a:endParaRPr>
        </a:p>
      </dsp:txBody>
      <dsp:txXfrm>
        <a:off x="3582384" y="1606368"/>
        <a:ext cx="1749116" cy="518627"/>
      </dsp:txXfrm>
    </dsp:sp>
    <dsp:sp modelId="{4082EFAB-6718-4FBE-9176-77B951B80100}">
      <dsp:nvSpPr>
        <dsp:cNvPr id="0" name=""/>
        <dsp:cNvSpPr/>
      </dsp:nvSpPr>
      <dsp:spPr>
        <a:xfrm>
          <a:off x="3269693" y="2260390"/>
          <a:ext cx="68844" cy="68844"/>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70DAD1-C734-432B-9A9D-6A70B866BC02}">
      <dsp:nvSpPr>
        <dsp:cNvPr id="0" name=""/>
        <dsp:cNvSpPr/>
      </dsp:nvSpPr>
      <dsp:spPr>
        <a:xfrm>
          <a:off x="3463126" y="3166841"/>
          <a:ext cx="1987632" cy="782531"/>
        </a:xfrm>
        <a:prstGeom prst="round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1130" tIns="151130" rIns="151130" bIns="151130" numCol="1" spcCol="1270" anchor="ctr" anchorCtr="0">
          <a:noAutofit/>
        </a:bodyPr>
        <a:lstStyle/>
        <a:p>
          <a:pPr marL="0" lvl="0" indent="0" algn="l" defTabSz="755650" rtl="0">
            <a:lnSpc>
              <a:spcPct val="90000"/>
            </a:lnSpc>
            <a:spcBef>
              <a:spcPct val="0"/>
            </a:spcBef>
            <a:spcAft>
              <a:spcPct val="35000"/>
            </a:spcAft>
            <a:buNone/>
          </a:pPr>
          <a:r>
            <a:rPr lang="en-US" sz="1700" kern="1200">
              <a:solidFill>
                <a:schemeClr val="tx1"/>
              </a:solidFill>
              <a:latin typeface="Calibri"/>
              <a:ea typeface="Calibri"/>
              <a:cs typeface="Calibri"/>
            </a:rPr>
            <a:t> User End Devices</a:t>
          </a:r>
          <a:endParaRPr lang="en-US" sz="1700" kern="1200"/>
        </a:p>
      </dsp:txBody>
      <dsp:txXfrm>
        <a:off x="3501326" y="3205041"/>
        <a:ext cx="1911232" cy="706131"/>
      </dsp:txXfrm>
    </dsp:sp>
    <dsp:sp modelId="{E0D63527-213B-4EC2-A024-6A87A70FACE4}">
      <dsp:nvSpPr>
        <dsp:cNvPr id="0" name=""/>
        <dsp:cNvSpPr/>
      </dsp:nvSpPr>
      <dsp:spPr>
        <a:xfrm>
          <a:off x="4456942" y="2294812"/>
          <a:ext cx="0" cy="872028"/>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4543D68F-3F90-4C92-82BF-CA99C58D0460}">
      <dsp:nvSpPr>
        <dsp:cNvPr id="0" name=""/>
        <dsp:cNvSpPr/>
      </dsp:nvSpPr>
      <dsp:spPr>
        <a:xfrm>
          <a:off x="4735211" y="2464628"/>
          <a:ext cx="1749116" cy="518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endParaRPr lang="en-US" sz="2000" b="0" kern="1200">
            <a:solidFill>
              <a:schemeClr val="tx1"/>
            </a:solidFill>
            <a:latin typeface="Neue Haas Grotesk Text Pro"/>
          </a:endParaRPr>
        </a:p>
      </dsp:txBody>
      <dsp:txXfrm>
        <a:off x="4735211" y="2464628"/>
        <a:ext cx="1749116" cy="518627"/>
      </dsp:txXfrm>
    </dsp:sp>
    <dsp:sp modelId="{3ACEB025-81DD-4C0B-ACD0-412BD7804247}">
      <dsp:nvSpPr>
        <dsp:cNvPr id="0" name=""/>
        <dsp:cNvSpPr/>
      </dsp:nvSpPr>
      <dsp:spPr>
        <a:xfrm>
          <a:off x="4422520" y="2260390"/>
          <a:ext cx="68844" cy="68844"/>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BBB569-F7ED-4ADA-9B2F-DFD3ABA839C6}">
      <dsp:nvSpPr>
        <dsp:cNvPr id="0" name=""/>
        <dsp:cNvSpPr/>
      </dsp:nvSpPr>
      <dsp:spPr>
        <a:xfrm>
          <a:off x="4615953" y="640252"/>
          <a:ext cx="1987632" cy="782531"/>
        </a:xfrm>
        <a:prstGeom prst="round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b="0" u="none" kern="1200">
              <a:solidFill>
                <a:schemeClr val="tx1"/>
              </a:solidFill>
              <a:latin typeface="Neue Haas Grotesk Text Pro"/>
              <a:ea typeface="Calibri"/>
              <a:cs typeface="Calibri"/>
            </a:rPr>
            <a:t>IP Network</a:t>
          </a:r>
          <a:endParaRPr lang="en-US" sz="1800" b="0" u="none" kern="1200">
            <a:solidFill>
              <a:schemeClr val="tx1"/>
            </a:solidFill>
            <a:latin typeface="Neue Haas Grotesk Text Pro"/>
          </a:endParaRPr>
        </a:p>
      </dsp:txBody>
      <dsp:txXfrm>
        <a:off x="4654153" y="678452"/>
        <a:ext cx="1911232" cy="706131"/>
      </dsp:txXfrm>
    </dsp:sp>
    <dsp:sp modelId="{7054E86D-B62D-42F0-9AAE-C396792957DD}">
      <dsp:nvSpPr>
        <dsp:cNvPr id="0" name=""/>
        <dsp:cNvSpPr/>
      </dsp:nvSpPr>
      <dsp:spPr>
        <a:xfrm>
          <a:off x="5609769" y="1422783"/>
          <a:ext cx="0" cy="872028"/>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BCE74D90-637C-4093-996E-23B6FF9FBD27}">
      <dsp:nvSpPr>
        <dsp:cNvPr id="0" name=""/>
        <dsp:cNvSpPr/>
      </dsp:nvSpPr>
      <dsp:spPr>
        <a:xfrm>
          <a:off x="5575347" y="2260390"/>
          <a:ext cx="68844" cy="68844"/>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482B951-AFFF-3499-FDE3-02A7F0BD15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2E5896A-FCE2-110F-B202-A8E435372D6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4E69F83-204D-4778-AAD0-A0F851A3AEEE}" type="datetimeFigureOut">
              <a:rPr lang="en-US" smtClean="0"/>
              <a:t>1/17/2026</a:t>
            </a:fld>
            <a:endParaRPr lang="en-US"/>
          </a:p>
        </p:txBody>
      </p:sp>
      <p:sp>
        <p:nvSpPr>
          <p:cNvPr id="4" name="Footer Placeholder 3">
            <a:extLst>
              <a:ext uri="{FF2B5EF4-FFF2-40B4-BE49-F238E27FC236}">
                <a16:creationId xmlns:a16="http://schemas.microsoft.com/office/drawing/2014/main" id="{911BFBA0-47AD-543A-6AE4-769D8F8658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18FC355-FEF6-ED8F-8D0E-F362E204A0F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669D59-B021-49CB-887D-52B8FEE1CE18}" type="slidenum">
              <a:rPr lang="en-US" smtClean="0"/>
              <a:t>‹#›</a:t>
            </a:fld>
            <a:endParaRPr lang="en-US"/>
          </a:p>
        </p:txBody>
      </p:sp>
    </p:spTree>
    <p:extLst>
      <p:ext uri="{BB962C8B-B14F-4D97-AF65-F5344CB8AC3E}">
        <p14:creationId xmlns:p14="http://schemas.microsoft.com/office/powerpoint/2010/main" val="2817069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E3C21-C3CB-4B8D-9033-56C1B3CE75FA}" type="datetimeFigureOut">
              <a:rPr lang="en-US" smtClean="0"/>
              <a:t>1/17/2026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732C3C-A191-48C2-A7E8-9C96AF841A7A}" type="slidenum">
              <a:rPr lang="en-US" smtClean="0"/>
              <a:t>‹#›</a:t>
            </a:fld>
            <a:endParaRPr lang="en-US"/>
          </a:p>
        </p:txBody>
      </p:sp>
    </p:spTree>
    <p:extLst>
      <p:ext uri="{BB962C8B-B14F-4D97-AF65-F5344CB8AC3E}">
        <p14:creationId xmlns:p14="http://schemas.microsoft.com/office/powerpoint/2010/main" val="1856394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732C3C-A191-48C2-A7E8-9C96AF841A7A}" type="slidenum">
              <a:rPr lang="en-US" smtClean="0"/>
              <a:t>1</a:t>
            </a:fld>
            <a:endParaRPr lang="en-US"/>
          </a:p>
        </p:txBody>
      </p:sp>
    </p:spTree>
    <p:extLst>
      <p:ext uri="{BB962C8B-B14F-4D97-AF65-F5344CB8AC3E}">
        <p14:creationId xmlns:p14="http://schemas.microsoft.com/office/powerpoint/2010/main" val="1213355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732C3C-A191-48C2-A7E8-9C96AF841A7A}" type="slidenum">
              <a:rPr lang="en-US" smtClean="0"/>
              <a:t>2</a:t>
            </a:fld>
            <a:endParaRPr lang="en-US"/>
          </a:p>
        </p:txBody>
      </p:sp>
    </p:spTree>
    <p:extLst>
      <p:ext uri="{BB962C8B-B14F-4D97-AF65-F5344CB8AC3E}">
        <p14:creationId xmlns:p14="http://schemas.microsoft.com/office/powerpoint/2010/main" val="1086048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732C3C-A191-48C2-A7E8-9C96AF841A7A}" type="slidenum">
              <a:rPr lang="en-US" smtClean="0"/>
              <a:t>3</a:t>
            </a:fld>
            <a:endParaRPr lang="en-US"/>
          </a:p>
        </p:txBody>
      </p:sp>
    </p:spTree>
    <p:extLst>
      <p:ext uri="{BB962C8B-B14F-4D97-AF65-F5344CB8AC3E}">
        <p14:creationId xmlns:p14="http://schemas.microsoft.com/office/powerpoint/2010/main" val="2403399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732C3C-A191-48C2-A7E8-9C96AF841A7A}" type="slidenum">
              <a:rPr lang="en-US" smtClean="0"/>
              <a:t>4</a:t>
            </a:fld>
            <a:endParaRPr lang="en-US"/>
          </a:p>
        </p:txBody>
      </p:sp>
    </p:spTree>
    <p:extLst>
      <p:ext uri="{BB962C8B-B14F-4D97-AF65-F5344CB8AC3E}">
        <p14:creationId xmlns:p14="http://schemas.microsoft.com/office/powerpoint/2010/main" val="3238281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732C3C-A191-48C2-A7E8-9C96AF841A7A}" type="slidenum">
              <a:rPr lang="en-US" smtClean="0"/>
              <a:t>5</a:t>
            </a:fld>
            <a:endParaRPr lang="en-US"/>
          </a:p>
        </p:txBody>
      </p:sp>
    </p:spTree>
    <p:extLst>
      <p:ext uri="{BB962C8B-B14F-4D97-AF65-F5344CB8AC3E}">
        <p14:creationId xmlns:p14="http://schemas.microsoft.com/office/powerpoint/2010/main" val="527231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7EA54-E555-068B-8B54-4E18CE6AD7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EFCF0A-D85A-F74E-4AAE-E5050912C0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7FA1FC-81A9-4D7F-E902-546A28B1883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ADB0C89-CB00-399B-2FDC-BA393A0AF2F5}"/>
              </a:ext>
            </a:extLst>
          </p:cNvPr>
          <p:cNvSpPr>
            <a:spLocks noGrp="1"/>
          </p:cNvSpPr>
          <p:nvPr>
            <p:ph type="sldNum" sz="quarter" idx="5"/>
          </p:nvPr>
        </p:nvSpPr>
        <p:spPr/>
        <p:txBody>
          <a:bodyPr/>
          <a:lstStyle/>
          <a:p>
            <a:fld id="{17732C3C-A191-48C2-A7E8-9C96AF841A7A}" type="slidenum">
              <a:rPr lang="en-US" smtClean="0"/>
              <a:t>7</a:t>
            </a:fld>
            <a:endParaRPr lang="en-US"/>
          </a:p>
        </p:txBody>
      </p:sp>
    </p:spTree>
    <p:extLst>
      <p:ext uri="{BB962C8B-B14F-4D97-AF65-F5344CB8AC3E}">
        <p14:creationId xmlns:p14="http://schemas.microsoft.com/office/powerpoint/2010/main" val="30853761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732C3C-A191-48C2-A7E8-9C96AF841A7A}" type="slidenum">
              <a:rPr lang="en-US" smtClean="0"/>
              <a:t>8</a:t>
            </a:fld>
            <a:endParaRPr lang="en-US"/>
          </a:p>
        </p:txBody>
      </p:sp>
    </p:spTree>
    <p:extLst>
      <p:ext uri="{BB962C8B-B14F-4D97-AF65-F5344CB8AC3E}">
        <p14:creationId xmlns:p14="http://schemas.microsoft.com/office/powerpoint/2010/main" val="16497939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732C3C-A191-48C2-A7E8-9C96AF841A7A}" type="slidenum">
              <a:rPr lang="en-US" smtClean="0"/>
              <a:t>9</a:t>
            </a:fld>
            <a:endParaRPr lang="en-US"/>
          </a:p>
        </p:txBody>
      </p:sp>
    </p:spTree>
    <p:extLst>
      <p:ext uri="{BB962C8B-B14F-4D97-AF65-F5344CB8AC3E}">
        <p14:creationId xmlns:p14="http://schemas.microsoft.com/office/powerpoint/2010/main" val="3597506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 /><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svg" /><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svg" /><Relationship Id="rId2" Type="http://schemas.openxmlformats.org/officeDocument/2006/relationships/image" Target="../media/image7.png" /><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svg" /><Relationship Id="rId2" Type="http://schemas.openxmlformats.org/officeDocument/2006/relationships/image" Target="../media/image7.png" /><Relationship Id="rId1" Type="http://schemas.openxmlformats.org/officeDocument/2006/relationships/slideMaster" Target="../slideMasters/slideMaster1.xml" /></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Master" Target="../slideMasters/slideMaster1.xml" /></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Master" Target="../slideMasters/slideMaster1.xml" /></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jpeg" /><Relationship Id="rId1" Type="http://schemas.openxmlformats.org/officeDocument/2006/relationships/slideMaster" Target="../slideMasters/slideMaster1.xml" /></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Master" Target="../slideMasters/slideMaster1.xml" /></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3.svg" /><Relationship Id="rId2" Type="http://schemas.openxmlformats.org/officeDocument/2006/relationships/image" Target="../media/image12.png" /><Relationship Id="rId1" Type="http://schemas.openxmlformats.org/officeDocument/2006/relationships/slideMaster" Target="../slideMasters/slideMaster1.xml" /></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Master" Target="../slideMasters/slideMaster1.xml" /></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jpe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CA0979-F579-4E9B-A675-1F5ABBFF00DB}" type="datetimeFigureOut">
              <a:rPr lang="en-US" dirty="0"/>
              <a:t>1/17/2026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9758672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3E7156E-175E-4DBA-9D21-B772C320F342}" type="datetimeFigureOut">
              <a:rPr lang="en-US" dirty="0"/>
              <a:t>1/17/2026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2863199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04895F6E-3D02-4292-95D1-C62B3126321B}" type="datetimeFigureOut">
              <a:rPr lang="en-US" dirty="0"/>
              <a:t>1/17/2026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4450113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DCB5ACB-D10C-44A8-9570-124370F4CB38}" type="datetimeFigureOut">
              <a:rPr lang="en-US" dirty="0"/>
              <a:t>1/17/2026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9982027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B8D84F4-0E7A-4BDE-98C6-AE68FB974645}" type="datetimeFigureOut">
              <a:rPr lang="en-US" dirty="0"/>
              <a:t>1/17/2026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6761137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BEFF1D8-9801-4C4B-92F3-66C9A863BD74}" type="datetimeFigureOut">
              <a:rPr lang="en-US" dirty="0"/>
              <a:t>1/17/2026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4702406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61FE8FD-B23E-4E1A-83EF-0847EBEA0105}" type="datetimeFigureOut">
              <a:rPr lang="en-US" dirty="0"/>
              <a:t>1/17/2026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2686010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DDF891E-A7C2-465C-AD39-8EDCB0F58E3C}" type="datetimeFigureOut">
              <a:rPr lang="en-US" dirty="0"/>
              <a:t>1/17/2026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6144921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noChangeAspect="1"/>
          </p:cNvSpPr>
          <p:nvPr>
            <p:ph type="pic" idx="1"/>
          </p:nvPr>
        </p:nvSpPr>
        <p:spPr>
          <a:xfrm>
            <a:off x="5063319" y="657103"/>
            <a:ext cx="6483687" cy="555590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39F93E5-AFB6-485C-8E3C-32F92A07875F}" type="datetimeFigureOut">
              <a:rPr lang="en-US" dirty="0"/>
              <a:t>1/17/2026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2582564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F7E76D0F-5A12-4D0A-80B0-1A6122B61E7B}" type="datetimeFigureOut">
              <a:rPr lang="en-US" dirty="0"/>
              <a:t>1/17/2026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5554307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8B9E8C84-89CA-44AB-B0BE-5C91BAF75478}" type="datetimeFigureOut">
              <a:rPr lang="en-US" dirty="0"/>
              <a:t>1/17/2026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41159708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BECDFC6B-0742-962E-44A1-19C9C173BB2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50848" y="425303"/>
            <a:ext cx="11305217" cy="6007394"/>
          </a:xfrm>
          <a:prstGeom prst="rect">
            <a:avLst/>
          </a:prstGeom>
          <a:effectLst/>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633046"/>
            <a:ext cx="10571998" cy="3366198"/>
          </a:xfrm>
          <a:ln>
            <a:noFill/>
          </a:ln>
          <a:effectLst/>
        </p:spPr>
        <p:txBody>
          <a:bodyPr/>
          <a:lstStyle>
            <a:lvl1pPr algn="ctr">
              <a:defRPr sz="7200" b="1" spc="-300" baseline="0">
                <a:ln>
                  <a:noFill/>
                </a:ln>
                <a:solidFill>
                  <a:schemeClr val="accent4">
                    <a:lumMod val="60000"/>
                    <a:lumOff val="40000"/>
                  </a:schemeClr>
                </a:solidFill>
                <a:effectLst/>
              </a:defRPr>
            </a:lvl1pPr>
          </a:lstStyle>
          <a:p>
            <a:r>
              <a:rPr lang="en-US"/>
              <a:t>Click to add title</a:t>
            </a:r>
          </a:p>
        </p:txBody>
      </p:sp>
    </p:spTree>
    <p:extLst>
      <p:ext uri="{BB962C8B-B14F-4D97-AF65-F5344CB8AC3E}">
        <p14:creationId xmlns:p14="http://schemas.microsoft.com/office/powerpoint/2010/main" val="33257903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105E210-05B5-5EA1-C778-30BB3A4942D5}"/>
              </a:ext>
              <a:ext uri="{C183D7F6-B498-43B3-948B-1728B52AA6E4}">
                <adec:decorative xmlns:adec="http://schemas.microsoft.com/office/drawing/2017/decorative" val="1"/>
              </a:ext>
            </a:extLst>
          </p:cNvPr>
          <p:cNvSpPr/>
          <p:nvPr userDrawn="1"/>
        </p:nvSpPr>
        <p:spPr>
          <a:xfrm>
            <a:off x="435935" y="419987"/>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2" name="Picture 1">
            <a:extLst>
              <a:ext uri="{FF2B5EF4-FFF2-40B4-BE49-F238E27FC236}">
                <a16:creationId xmlns:a16="http://schemas.microsoft.com/office/drawing/2014/main" id="{28792193-1165-3487-6FB9-133CB518CE35}"/>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0924" y="-2235006"/>
            <a:ext cx="6010147" cy="11320132"/>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1741064"/>
            <a:ext cx="10571998" cy="1928264"/>
          </a:xfrm>
          <a:ln>
            <a:noFill/>
          </a:ln>
          <a:effectLst/>
        </p:spPr>
        <p:txBody>
          <a:bodyPr/>
          <a:lstStyle>
            <a:lvl1pPr algn="ctr">
              <a:defRPr sz="3600" spc="0" baseline="0">
                <a:ln>
                  <a:noFill/>
                </a:ln>
                <a:solidFill>
                  <a:schemeClr val="accent4">
                    <a:lumMod val="60000"/>
                    <a:lumOff val="40000"/>
                  </a:schemeClr>
                </a:solidFill>
                <a:effectLst/>
              </a:defRPr>
            </a:lvl1pPr>
          </a:lstStyle>
          <a:p>
            <a:r>
              <a:rPr lang="en-US"/>
              <a:t>Click to add title</a:t>
            </a:r>
          </a:p>
        </p:txBody>
      </p:sp>
      <p:sp>
        <p:nvSpPr>
          <p:cNvPr id="3" name="Subtitle 2"/>
          <p:cNvSpPr>
            <a:spLocks noGrp="1"/>
          </p:cNvSpPr>
          <p:nvPr>
            <p:ph type="subTitle" idx="1" hasCustomPrompt="1"/>
          </p:nvPr>
        </p:nvSpPr>
        <p:spPr>
          <a:xfrm>
            <a:off x="810000" y="3694102"/>
            <a:ext cx="10572000" cy="896468"/>
          </a:xfrm>
          <a:effectLst/>
        </p:spPr>
        <p:txBody>
          <a:bodyPr anchor="ctr">
            <a:normAutofit/>
          </a:bodyPr>
          <a:lstStyle>
            <a:lvl1pPr marL="0" indent="0" algn="ctr">
              <a:buNone/>
              <a:defRPr sz="18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subtitle</a:t>
            </a:r>
          </a:p>
        </p:txBody>
      </p:sp>
    </p:spTree>
    <p:extLst>
      <p:ext uri="{BB962C8B-B14F-4D97-AF65-F5344CB8AC3E}">
        <p14:creationId xmlns:p14="http://schemas.microsoft.com/office/powerpoint/2010/main" val="5010610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ADBC817-DA57-A518-5544-0D3B819C7062}"/>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10" name="Graphic 9">
            <a:extLst>
              <a:ext uri="{FF2B5EF4-FFF2-40B4-BE49-F238E27FC236}">
                <a16:creationId xmlns:a16="http://schemas.microsoft.com/office/drawing/2014/main" id="{4873FFF3-C7B6-C678-1B03-17FBD0D5ACE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46174" y="425303"/>
            <a:ext cx="5379242" cy="5983435"/>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944217" y="924167"/>
            <a:ext cx="4383156" cy="5009322"/>
          </a:xfrm>
          <a:solidFill>
            <a:schemeClr val="accent1">
              <a:lumMod val="50000"/>
            </a:schemeClr>
          </a:solidFill>
          <a:effectLst>
            <a:outerShdw blurRad="254000" dist="50800" dir="2700000" algn="ctr" rotWithShape="0">
              <a:prstClr val="black">
                <a:alpha val="25000"/>
              </a:prstClr>
            </a:outerShdw>
          </a:effectLst>
        </p:spPr>
        <p:txBody>
          <a:bodyPr anchor="ctr"/>
          <a:lstStyle>
            <a:lvl1pPr algn="ctr">
              <a:defRPr sz="3600" spc="0" baseline="0">
                <a:solidFill>
                  <a:schemeClr val="tx1"/>
                </a:solidFill>
                <a:effectLst/>
              </a:defRPr>
            </a:lvl1pPr>
          </a:lstStyle>
          <a:p>
            <a:r>
              <a:rPr lang="en-US"/>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6400800" y="924512"/>
            <a:ext cx="4750904" cy="5008977"/>
          </a:xfrm>
        </p:spPr>
        <p:txBody>
          <a:bodyPr/>
          <a:lstStyle>
            <a:lvl1pPr marL="0" indent="0">
              <a:buNone/>
              <a:defRPr/>
            </a:lvl1pPr>
            <a:lvl2pPr marL="742950" indent="-285750">
              <a:buFont typeface="Arial" panose="020B0604020202020204" pitchFamily="34" charset="0"/>
              <a:buChar char="•"/>
              <a:defRPr/>
            </a:lvl2pPr>
            <a:lvl3pPr marL="1200150" indent="-285750">
              <a:buFont typeface="Arial" panose="020B0604020202020204" pitchFamily="34" charset="0"/>
              <a:buChar char="•"/>
              <a:defRPr/>
            </a:lvl3pPr>
            <a:lvl4pPr marL="1543050" indent="-171450">
              <a:buFont typeface="Arial" panose="020B0604020202020204" pitchFamily="34" charset="0"/>
              <a:buChar char="•"/>
              <a:defRPr/>
            </a:lvl4pPr>
            <a:lvl5pPr marL="2000250" indent="-171450">
              <a:buFont typeface="Arial" panose="020B0604020202020204" pitchFamily="34" charset="0"/>
              <a:buChar char="•"/>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05146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mmary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8905615-9FD2-EBB3-89AB-555B373EBBEB}"/>
              </a:ext>
              <a:ext uri="{C183D7F6-B498-43B3-948B-1728B52AA6E4}">
                <adec:decorative xmlns:adec="http://schemas.microsoft.com/office/drawing/2017/decorative" val="1"/>
              </a:ext>
            </a:extLst>
          </p:cNvPr>
          <p:cNvSpPr/>
          <p:nvPr userDrawn="1"/>
        </p:nvSpPr>
        <p:spPr>
          <a:xfrm>
            <a:off x="4623955" y="414670"/>
            <a:ext cx="7132110" cy="601802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2" name="Rectangle 11">
            <a:extLst>
              <a:ext uri="{FF2B5EF4-FFF2-40B4-BE49-F238E27FC236}">
                <a16:creationId xmlns:a16="http://schemas.microsoft.com/office/drawing/2014/main" id="{E2B638DB-3E00-7F4B-D4B7-9D7F0905639D}"/>
              </a:ext>
              <a:ext uri="{C183D7F6-B498-43B3-948B-1728B52AA6E4}">
                <adec:decorative xmlns:adec="http://schemas.microsoft.com/office/drawing/2017/decorative" val="1"/>
              </a:ext>
            </a:extLst>
          </p:cNvPr>
          <p:cNvSpPr/>
          <p:nvPr userDrawn="1"/>
        </p:nvSpPr>
        <p:spPr>
          <a:xfrm>
            <a:off x="440459" y="420624"/>
            <a:ext cx="4183496" cy="6016752"/>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10EED07-CDD5-9244-28FA-5195E67951C1}"/>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35934" y="422551"/>
            <a:ext cx="4183495" cy="6010146"/>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50717" y="924339"/>
            <a:ext cx="3990110" cy="5009322"/>
          </a:xfrm>
          <a:noFill/>
          <a:effectLst/>
        </p:spPr>
        <p:txBody>
          <a:bodyPr anchor="ctr"/>
          <a:lstStyle>
            <a:lvl1pPr algn="ctr">
              <a:defRPr sz="3600" spc="0" baseline="0">
                <a:solidFill>
                  <a:schemeClr val="tx1"/>
                </a:solidFill>
                <a:effectLst/>
              </a:defRPr>
            </a:lvl1pPr>
          </a:lstStyle>
          <a:p>
            <a:r>
              <a:rPr lang="en-US"/>
              <a:t>Click to add title</a:t>
            </a:r>
          </a:p>
        </p:txBody>
      </p:sp>
      <p:sp>
        <p:nvSpPr>
          <p:cNvPr id="3" name="Content Placeholder 9">
            <a:extLst>
              <a:ext uri="{FF2B5EF4-FFF2-40B4-BE49-F238E27FC236}">
                <a16:creationId xmlns:a16="http://schemas.microsoft.com/office/drawing/2014/main" id="{B5AB4E8D-8B32-8B00-8152-856C592BAB39}"/>
              </a:ext>
            </a:extLst>
          </p:cNvPr>
          <p:cNvSpPr>
            <a:spLocks noGrp="1"/>
          </p:cNvSpPr>
          <p:nvPr>
            <p:ph sz="quarter" idx="10" hasCustomPrompt="1"/>
          </p:nvPr>
        </p:nvSpPr>
        <p:spPr>
          <a:xfrm>
            <a:off x="5346793" y="924340"/>
            <a:ext cx="5684373" cy="5009322"/>
          </a:xfrm>
          <a:effectLst/>
        </p:spPr>
        <p:txBody>
          <a:bodyPr lIns="0" rIns="0" anchor="ctr"/>
          <a:lstStyle>
            <a:lvl1pPr marL="0" indent="0">
              <a:lnSpc>
                <a:spcPct val="150000"/>
              </a:lnSpc>
              <a:spcBef>
                <a:spcPts val="0"/>
              </a:spcBef>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1pPr>
            <a:lvl2pPr marL="4572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2pPr>
            <a:lvl3pPr marL="9144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3pPr>
            <a:lvl4pPr marL="13716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4pPr>
            <a:lvl5pPr marL="18288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082920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ntroduction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4A700F-42CA-D7A9-D709-C0017521B294}"/>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rgbClr val="F9E0B9"/>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8" name="Graphic 7">
            <a:extLst>
              <a:ext uri="{FF2B5EF4-FFF2-40B4-BE49-F238E27FC236}">
                <a16:creationId xmlns:a16="http://schemas.microsoft.com/office/drawing/2014/main" id="{961DA139-D8FD-A752-758D-4F836DFB2524}"/>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353" t="-388" r="-1" b="-254"/>
          <a:stretch/>
        </p:blipFill>
        <p:spPr>
          <a:xfrm rot="16200000" flipH="1">
            <a:off x="210940" y="1589892"/>
            <a:ext cx="5245922" cy="3667583"/>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485516" y="1433219"/>
            <a:ext cx="5695102" cy="2092049"/>
          </a:xfrm>
          <a:noFill/>
          <a:effectLst/>
        </p:spPr>
        <p:txBody>
          <a:bodyPr anchor="b"/>
          <a:lstStyle>
            <a:lvl1pPr algn="ctr">
              <a:defRPr sz="3600" spc="0" baseline="0">
                <a:solidFill>
                  <a:schemeClr val="accent1">
                    <a:lumMod val="50000"/>
                  </a:schemeClr>
                </a:solidFill>
                <a:effectLst/>
              </a:defRPr>
            </a:lvl1pPr>
          </a:lstStyle>
          <a:p>
            <a:r>
              <a:rPr lang="en-US"/>
              <a:t>Click to add title</a:t>
            </a:r>
          </a:p>
        </p:txBody>
      </p:sp>
      <p:sp>
        <p:nvSpPr>
          <p:cNvPr id="7" name="Picture Placeholder 6">
            <a:extLst>
              <a:ext uri="{FF2B5EF4-FFF2-40B4-BE49-F238E27FC236}">
                <a16:creationId xmlns:a16="http://schemas.microsoft.com/office/drawing/2014/main" id="{C96F37D4-7152-EA75-8D7D-D8F7D6DD9C4C}"/>
              </a:ext>
            </a:extLst>
          </p:cNvPr>
          <p:cNvSpPr>
            <a:spLocks noGrp="1"/>
          </p:cNvSpPr>
          <p:nvPr>
            <p:ph type="pic" sz="quarter" idx="11"/>
          </p:nvPr>
        </p:nvSpPr>
        <p:spPr>
          <a:xfrm>
            <a:off x="1350099" y="1974707"/>
            <a:ext cx="2907792" cy="2907792"/>
          </a:xfrm>
          <a:solidFill>
            <a:srgbClr val="F9E0B9"/>
          </a:solidFill>
          <a:effectLst/>
        </p:spPr>
        <p:txBody>
          <a:bodyPr anchor="t"/>
          <a:lstStyle>
            <a:lvl1pPr marL="0" indent="0" algn="ctr">
              <a:buNone/>
              <a:defRPr>
                <a:solidFill>
                  <a:schemeClr val="accent1">
                    <a:lumMod val="50000"/>
                  </a:schemeClr>
                </a:solidFill>
              </a:defRPr>
            </a:lvl1pPr>
          </a:lstStyle>
          <a:p>
            <a:r>
              <a:rPr lang="en-US"/>
              <a:t>Click icon to add picture</a:t>
            </a:r>
          </a:p>
        </p:txBody>
      </p:sp>
      <p:sp>
        <p:nvSpPr>
          <p:cNvPr id="3" name="Content Placeholder 9">
            <a:extLst>
              <a:ext uri="{FF2B5EF4-FFF2-40B4-BE49-F238E27FC236}">
                <a16:creationId xmlns:a16="http://schemas.microsoft.com/office/drawing/2014/main" id="{AFBE5B12-0D10-DA99-093A-2C4FB738B21C}"/>
              </a:ext>
            </a:extLst>
          </p:cNvPr>
          <p:cNvSpPr>
            <a:spLocks noGrp="1"/>
          </p:cNvSpPr>
          <p:nvPr>
            <p:ph sz="quarter" idx="10" hasCustomPrompt="1"/>
          </p:nvPr>
        </p:nvSpPr>
        <p:spPr>
          <a:xfrm>
            <a:off x="5496789" y="3525268"/>
            <a:ext cx="5683829" cy="2595429"/>
          </a:xfrm>
          <a:effectLst/>
        </p:spPr>
        <p:txBody>
          <a:bodyPr anchor="t"/>
          <a:lstStyle>
            <a:lvl1pPr marL="0" indent="0" algn="ctr">
              <a:lnSpc>
                <a:spcPct val="150000"/>
              </a:lnSpc>
              <a:spcBef>
                <a:spcPts val="0"/>
              </a:spcBef>
              <a:buNone/>
              <a:defRPr b="1">
                <a:solidFill>
                  <a:schemeClr val="accent1">
                    <a:lumMod val="50000"/>
                  </a:schemeClr>
                </a:solidFill>
              </a:defRPr>
            </a:lvl1pPr>
            <a:lvl2pPr algn="ctr">
              <a:buClr>
                <a:schemeClr val="accent1">
                  <a:lumMod val="50000"/>
                </a:schemeClr>
              </a:buClr>
              <a:defRPr>
                <a:solidFill>
                  <a:schemeClr val="accent1">
                    <a:lumMod val="50000"/>
                  </a:schemeClr>
                </a:solidFill>
              </a:defRPr>
            </a:lvl2pPr>
            <a:lvl3pPr algn="ctr">
              <a:buClr>
                <a:schemeClr val="accent1">
                  <a:lumMod val="50000"/>
                </a:schemeClr>
              </a:buClr>
              <a:defRPr>
                <a:solidFill>
                  <a:schemeClr val="accent1">
                    <a:lumMod val="50000"/>
                  </a:schemeClr>
                </a:solidFill>
              </a:defRPr>
            </a:lvl3pPr>
            <a:lvl4pPr algn="ctr">
              <a:buClr>
                <a:schemeClr val="accent1">
                  <a:lumMod val="50000"/>
                </a:schemeClr>
              </a:buClr>
              <a:defRPr>
                <a:solidFill>
                  <a:schemeClr val="accent1">
                    <a:lumMod val="50000"/>
                  </a:schemeClr>
                </a:solidFill>
              </a:defRPr>
            </a:lvl4pPr>
            <a:lvl5pPr algn="ctr">
              <a:buClr>
                <a:schemeClr val="accent1">
                  <a:lumMod val="50000"/>
                </a:schemeClr>
              </a:buClr>
              <a:defRPr>
                <a:solidFill>
                  <a:schemeClr val="accent1">
                    <a:lumMod val="50000"/>
                  </a:schemeClr>
                </a:solidFill>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05616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5">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422382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4635499" y="422551"/>
            <a:ext cx="7144823"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633845"/>
            <a:ext cx="3990110" cy="2192482"/>
          </a:xfrm>
          <a:noFill/>
          <a:effectLst/>
        </p:spPr>
        <p:txBody>
          <a:bodyPr anchor="ctr"/>
          <a:lstStyle>
            <a:lvl1pPr algn="ctr">
              <a:defRPr sz="3600" spc="0" baseline="0">
                <a:solidFill>
                  <a:schemeClr val="accent1">
                    <a:lumMod val="50000"/>
                  </a:schemeClr>
                </a:solidFill>
                <a:effectLst/>
              </a:defRPr>
            </a:lvl1pPr>
          </a:lstStyle>
          <a:p>
            <a:r>
              <a:rPr lang="en-US"/>
              <a:t>Click to add title</a:t>
            </a:r>
          </a:p>
        </p:txBody>
      </p:sp>
      <p:sp>
        <p:nvSpPr>
          <p:cNvPr id="7" name="Content Placeholder 6">
            <a:extLst>
              <a:ext uri="{FF2B5EF4-FFF2-40B4-BE49-F238E27FC236}">
                <a16:creationId xmlns:a16="http://schemas.microsoft.com/office/drawing/2014/main" id="{B15614EF-4CFA-2D69-0F78-9D7409E2337E}"/>
              </a:ext>
            </a:extLst>
          </p:cNvPr>
          <p:cNvSpPr>
            <a:spLocks noGrp="1"/>
          </p:cNvSpPr>
          <p:nvPr>
            <p:ph sz="quarter" idx="11" hasCustomPrompt="1"/>
          </p:nvPr>
        </p:nvSpPr>
        <p:spPr>
          <a:xfrm>
            <a:off x="747423" y="3174531"/>
            <a:ext cx="3772622" cy="3122360"/>
          </a:xfrm>
          <a:effectLst/>
        </p:spPr>
        <p:txBody>
          <a:bodyPr rIns="274320" anchor="t"/>
          <a:lstStyle>
            <a:lvl1pPr marL="283464" indent="-283464">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77D6637B-A7C5-34FF-5B51-32392DAEABB2}"/>
              </a:ext>
            </a:extLst>
          </p:cNvPr>
          <p:cNvSpPr>
            <a:spLocks noGrp="1"/>
          </p:cNvSpPr>
          <p:nvPr>
            <p:ph sz="quarter" idx="10" hasCustomPrompt="1"/>
          </p:nvPr>
        </p:nvSpPr>
        <p:spPr>
          <a:xfrm>
            <a:off x="5237732" y="946205"/>
            <a:ext cx="5971020" cy="5161655"/>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53570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3E625C-F0A4-564D-CEE2-6B3595CEB038}"/>
              </a:ext>
              <a:ext uri="{C183D7F6-B498-43B3-948B-1728B52AA6E4}">
                <adec:decorative xmlns:adec="http://schemas.microsoft.com/office/drawing/2017/decorative" val="1"/>
              </a:ext>
            </a:extLst>
          </p:cNvPr>
          <p:cNvSpPr/>
          <p:nvPr userDrawn="1"/>
        </p:nvSpPr>
        <p:spPr>
          <a:xfrm>
            <a:off x="5961889" y="0"/>
            <a:ext cx="6230111"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5997EA3E-49E5-518D-63DB-0BD43D3ACFCD}"/>
              </a:ext>
            </a:extLst>
          </p:cNvPr>
          <p:cNvSpPr>
            <a:spLocks noGrp="1"/>
          </p:cNvSpPr>
          <p:nvPr>
            <p:ph type="title"/>
          </p:nvPr>
        </p:nvSpPr>
        <p:spPr>
          <a:xfrm>
            <a:off x="6577445" y="157637"/>
            <a:ext cx="4851694" cy="2190705"/>
          </a:xfrm>
          <a:noFill/>
          <a:effectLst/>
        </p:spPr>
        <p:txBody>
          <a:bodyPr anchor="b"/>
          <a:lstStyle>
            <a:lvl1pPr algn="l">
              <a:defRPr sz="3600" spc="0" baseline="0">
                <a:solidFill>
                  <a:schemeClr val="accent1">
                    <a:lumMod val="50000"/>
                  </a:schemeClr>
                </a:solidFill>
                <a:effectLst/>
              </a:defRPr>
            </a:lvl1pPr>
          </a:lstStyle>
          <a:p>
            <a:endParaRPr lang="en-US"/>
          </a:p>
        </p:txBody>
      </p:sp>
      <p:sp>
        <p:nvSpPr>
          <p:cNvPr id="3" name="Rectangle 2">
            <a:extLst>
              <a:ext uri="{FF2B5EF4-FFF2-40B4-BE49-F238E27FC236}">
                <a16:creationId xmlns:a16="http://schemas.microsoft.com/office/drawing/2014/main" id="{BB4D8C78-00C3-F3D7-17C3-F1667E463E12}"/>
              </a:ext>
              <a:ext uri="{C183D7F6-B498-43B3-948B-1728B52AA6E4}">
                <adec:decorative xmlns:adec="http://schemas.microsoft.com/office/drawing/2017/decorative" val="1"/>
              </a:ext>
            </a:extLst>
          </p:cNvPr>
          <p:cNvSpPr/>
          <p:nvPr userDrawn="1"/>
        </p:nvSpPr>
        <p:spPr>
          <a:xfrm>
            <a:off x="380999" y="422551"/>
            <a:ext cx="5124893"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rPr>
              <a:t>c</a:t>
            </a:r>
          </a:p>
        </p:txBody>
      </p:sp>
      <p:pic>
        <p:nvPicPr>
          <p:cNvPr id="4" name="Graphic 3">
            <a:extLst>
              <a:ext uri="{FF2B5EF4-FFF2-40B4-BE49-F238E27FC236}">
                <a16:creationId xmlns:a16="http://schemas.microsoft.com/office/drawing/2014/main" id="{F13E61FD-F54A-5F86-FCED-3BD4C8AA42E7}"/>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353" t="-388" r="-1" b="-254"/>
          <a:stretch/>
        </p:blipFill>
        <p:spPr>
          <a:xfrm flipH="1">
            <a:off x="659106" y="3429000"/>
            <a:ext cx="4589830" cy="2780414"/>
          </a:xfrm>
          <a:prstGeom prst="rect">
            <a:avLst/>
          </a:prstGeom>
        </p:spPr>
      </p:pic>
      <p:sp>
        <p:nvSpPr>
          <p:cNvPr id="6" name="Rectangle 5">
            <a:extLst>
              <a:ext uri="{FF2B5EF4-FFF2-40B4-BE49-F238E27FC236}">
                <a16:creationId xmlns:a16="http://schemas.microsoft.com/office/drawing/2014/main" id="{A9F0290F-2D31-F9FB-AD35-B76947AF146F}"/>
              </a:ext>
              <a:ext uri="{C183D7F6-B498-43B3-948B-1728B52AA6E4}">
                <adec:decorative xmlns:adec="http://schemas.microsoft.com/office/drawing/2017/decorative" val="1"/>
              </a:ext>
            </a:extLst>
          </p:cNvPr>
          <p:cNvSpPr/>
          <p:nvPr userDrawn="1"/>
        </p:nvSpPr>
        <p:spPr>
          <a:xfrm>
            <a:off x="1236863" y="776532"/>
            <a:ext cx="3434316" cy="501821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icture Placeholder 11">
            <a:extLst>
              <a:ext uri="{FF2B5EF4-FFF2-40B4-BE49-F238E27FC236}">
                <a16:creationId xmlns:a16="http://schemas.microsoft.com/office/drawing/2014/main" id="{7347A5B6-0F99-C044-C209-F3190EEFA371}"/>
              </a:ext>
            </a:extLst>
          </p:cNvPr>
          <p:cNvSpPr>
            <a:spLocks noGrp="1"/>
          </p:cNvSpPr>
          <p:nvPr>
            <p:ph type="pic" sz="quarter" idx="11"/>
          </p:nvPr>
        </p:nvSpPr>
        <p:spPr>
          <a:xfrm>
            <a:off x="1236663" y="776288"/>
            <a:ext cx="3433762" cy="5018087"/>
          </a:xfrm>
        </p:spPr>
        <p:txBody>
          <a:bodyPr anchor="t"/>
          <a:lstStyle>
            <a:lvl1pPr marL="0" indent="0" algn="ctr">
              <a:buNone/>
              <a:defRPr/>
            </a:lvl1pPr>
          </a:lstStyle>
          <a:p>
            <a:r>
              <a:rPr lang="en-US"/>
              <a:t>Click icon to add picture</a:t>
            </a:r>
          </a:p>
        </p:txBody>
      </p:sp>
      <p:sp>
        <p:nvSpPr>
          <p:cNvPr id="5" name="Content Placeholder 9">
            <a:extLst>
              <a:ext uri="{FF2B5EF4-FFF2-40B4-BE49-F238E27FC236}">
                <a16:creationId xmlns:a16="http://schemas.microsoft.com/office/drawing/2014/main" id="{0E96890F-0832-5087-193F-70CF33DEE0AD}"/>
              </a:ext>
            </a:extLst>
          </p:cNvPr>
          <p:cNvSpPr>
            <a:spLocks noGrp="1"/>
          </p:cNvSpPr>
          <p:nvPr>
            <p:ph sz="quarter" idx="10" hasCustomPrompt="1"/>
          </p:nvPr>
        </p:nvSpPr>
        <p:spPr>
          <a:xfrm>
            <a:off x="6592615" y="2505979"/>
            <a:ext cx="4837385" cy="3926717"/>
          </a:xfrm>
          <a:effectLst/>
        </p:spPr>
        <p:txBody>
          <a:bodyPr anchor="t"/>
          <a:lstStyle>
            <a:lvl1pPr marL="0" indent="0">
              <a:lnSpc>
                <a:spcPct val="150000"/>
              </a:lnSpc>
              <a:spcBef>
                <a:spcPts val="0"/>
              </a:spcBef>
              <a:spcAft>
                <a:spcPts val="0"/>
              </a:spcAft>
              <a:buClr>
                <a:schemeClr val="accent1">
                  <a:lumMod val="50000"/>
                </a:schemeClr>
              </a:buClr>
              <a:buFont typeface="Arial" panose="020B0604020202020204" pitchFamily="34" charset="0"/>
              <a:buNone/>
              <a:defRPr>
                <a:solidFill>
                  <a:schemeClr val="accent1">
                    <a:lumMod val="50000"/>
                  </a:schemeClr>
                </a:solidFill>
              </a:defRPr>
            </a:lvl1pPr>
            <a:lvl2pPr marL="742950" indent="-28575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marL="285750" marR="0" lvl="0" indent="-285750" algn="l" defTabSz="457200" rtl="0" eaLnBrk="1" fontAlgn="auto" latinLnBrk="0" hangingPunct="1">
              <a:lnSpc>
                <a:spcPct val="150000"/>
              </a:lnSpc>
              <a:spcBef>
                <a:spcPts val="0"/>
              </a:spcBef>
              <a:spcAft>
                <a:spcPts val="0"/>
              </a:spcAft>
              <a:buClr>
                <a:schemeClr val="accent1">
                  <a:lumMod val="50000"/>
                </a:schemeClr>
              </a:buClr>
              <a:buSzTx/>
              <a:buFont typeface="Arial" panose="020B0604020202020204" pitchFamily="34" charset="0"/>
              <a:buChar char="•"/>
              <a:tabLst/>
              <a:defRPr/>
            </a:pPr>
            <a:r>
              <a:rPr lang="en-US"/>
              <a:t>Click to add content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80023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Two Content 4">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6DB3CB-355C-968A-7F5F-71E0350408BA}"/>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2" y="0"/>
            <a:ext cx="12192001" cy="6858000"/>
          </a:xfrm>
          <a:prstGeom prst="rect">
            <a:avLst/>
          </a:prstGeom>
        </p:spPr>
      </p:pic>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422382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4635499" y="422551"/>
            <a:ext cx="7144823"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924339"/>
            <a:ext cx="3990110" cy="5009322"/>
          </a:xfrm>
          <a:noFill/>
          <a:effectLst/>
        </p:spPr>
        <p:txBody>
          <a:bodyPr anchor="ctr"/>
          <a:lstStyle>
            <a:lvl1pPr algn="ctr">
              <a:defRPr sz="3600" spc="0" baseline="0">
                <a:solidFill>
                  <a:schemeClr val="accent1">
                    <a:lumMod val="50000"/>
                  </a:schemeClr>
                </a:solidFill>
                <a:effectLst/>
              </a:defRPr>
            </a:lvl1pPr>
          </a:lstStyle>
          <a:p>
            <a:r>
              <a:rPr lang="en-US"/>
              <a:t>Click to add title</a:t>
            </a:r>
          </a:p>
        </p:txBody>
      </p:sp>
      <p:sp>
        <p:nvSpPr>
          <p:cNvPr id="10" name="Content Placeholder 9">
            <a:extLst>
              <a:ext uri="{FF2B5EF4-FFF2-40B4-BE49-F238E27FC236}">
                <a16:creationId xmlns:a16="http://schemas.microsoft.com/office/drawing/2014/main" id="{77D6637B-A7C5-34FF-5B51-32392DAEABB2}"/>
              </a:ext>
            </a:extLst>
          </p:cNvPr>
          <p:cNvSpPr>
            <a:spLocks noGrp="1"/>
          </p:cNvSpPr>
          <p:nvPr>
            <p:ph sz="quarter" idx="10" hasCustomPrompt="1"/>
          </p:nvPr>
        </p:nvSpPr>
        <p:spPr>
          <a:xfrm>
            <a:off x="5153836" y="1371602"/>
            <a:ext cx="6177309" cy="1953489"/>
          </a:xfrm>
          <a:effectLst/>
        </p:spPr>
        <p:txBody>
          <a:bodyPr anchor="t"/>
          <a:lstStyle>
            <a:lvl1pPr marL="283464" indent="-283464">
              <a:lnSpc>
                <a:spcPct val="120000"/>
              </a:lnSpc>
              <a:spcBef>
                <a:spcPts val="0"/>
              </a:spcBef>
              <a:spcAft>
                <a:spcPts val="0"/>
              </a:spcAft>
              <a:buClr>
                <a:schemeClr val="tx1"/>
              </a:buClr>
              <a:buFont typeface="Arial" panose="020B0604020202020204" pitchFamily="34" charset="0"/>
              <a:buChar char="•"/>
              <a:defRPr/>
            </a:lvl1pPr>
            <a:lvl2pPr marL="742950" indent="-285750">
              <a:lnSpc>
                <a:spcPct val="120000"/>
              </a:lnSpc>
              <a:spcBef>
                <a:spcPts val="0"/>
              </a:spcBef>
              <a:spcAft>
                <a:spcPts val="0"/>
              </a:spcAft>
              <a:buClr>
                <a:schemeClr val="tx1"/>
              </a:buClr>
              <a:buFont typeface="Arial" panose="020B0604020202020204" pitchFamily="34" charset="0"/>
              <a:buChar char="•"/>
              <a:defRPr/>
            </a:lvl2pPr>
            <a:lvl3pPr marL="1143000" indent="-228600">
              <a:lnSpc>
                <a:spcPct val="120000"/>
              </a:lnSpc>
              <a:spcBef>
                <a:spcPts val="0"/>
              </a:spcBef>
              <a:spcAft>
                <a:spcPts val="0"/>
              </a:spcAft>
              <a:buClr>
                <a:schemeClr val="tx1"/>
              </a:buClr>
              <a:buFont typeface="Arial" panose="020B0604020202020204" pitchFamily="34" charset="0"/>
              <a:buChar char="•"/>
              <a:defRPr/>
            </a:lvl3pPr>
            <a:lvl4pPr marL="1600200" indent="-228600">
              <a:lnSpc>
                <a:spcPct val="120000"/>
              </a:lnSpc>
              <a:spcBef>
                <a:spcPts val="0"/>
              </a:spcBef>
              <a:spcAft>
                <a:spcPts val="0"/>
              </a:spcAft>
              <a:buClr>
                <a:schemeClr val="tx1"/>
              </a:buClr>
              <a:buFont typeface="Arial" panose="020B0604020202020204" pitchFamily="34" charset="0"/>
              <a:buChar char="•"/>
              <a:defRPr/>
            </a:lvl4pPr>
            <a:lvl5pPr marL="2057400" indent="-228600">
              <a:lnSpc>
                <a:spcPct val="120000"/>
              </a:lnSpc>
              <a:spcBef>
                <a:spcPts val="0"/>
              </a:spcBef>
              <a:spcAft>
                <a:spcPts val="0"/>
              </a:spcAft>
              <a:buClr>
                <a:schemeClr val="tx1"/>
              </a:buClr>
              <a:buFont typeface="Arial" panose="020B0604020202020204" pitchFamily="34" charset="0"/>
              <a:buChar char="•"/>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A087279F-936E-0F41-B533-7990D668D7CF}"/>
              </a:ext>
              <a:ext uri="{C183D7F6-B498-43B3-948B-1728B52AA6E4}">
                <adec:decorative xmlns:adec="http://schemas.microsoft.com/office/drawing/2017/decorative" val="1"/>
              </a:ext>
            </a:extLst>
          </p:cNvPr>
          <p:cNvCxnSpPr>
            <a:cxnSpLocks/>
          </p:cNvCxnSpPr>
          <p:nvPr userDrawn="1"/>
        </p:nvCxnSpPr>
        <p:spPr>
          <a:xfrm>
            <a:off x="5153836" y="3446156"/>
            <a:ext cx="6177309" cy="0"/>
          </a:xfrm>
          <a:prstGeom prst="line">
            <a:avLst/>
          </a:prstGeom>
          <a:ln w="1905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9">
            <a:extLst>
              <a:ext uri="{FF2B5EF4-FFF2-40B4-BE49-F238E27FC236}">
                <a16:creationId xmlns:a16="http://schemas.microsoft.com/office/drawing/2014/main" id="{CDD03AA1-6D53-FEB1-9B22-57C1066DA336}"/>
              </a:ext>
            </a:extLst>
          </p:cNvPr>
          <p:cNvSpPr>
            <a:spLocks noGrp="1"/>
          </p:cNvSpPr>
          <p:nvPr>
            <p:ph sz="quarter" idx="11" hasCustomPrompt="1"/>
          </p:nvPr>
        </p:nvSpPr>
        <p:spPr>
          <a:xfrm>
            <a:off x="5153836" y="3745924"/>
            <a:ext cx="6177309" cy="2238918"/>
          </a:xfrm>
          <a:effectLst/>
        </p:spPr>
        <p:txBody>
          <a:bodyPr anchor="t"/>
          <a:lstStyle>
            <a:lvl1pPr marL="283464" indent="-283464">
              <a:lnSpc>
                <a:spcPct val="120000"/>
              </a:lnSpc>
              <a:spcBef>
                <a:spcPts val="0"/>
              </a:spcBef>
              <a:spcAft>
                <a:spcPts val="0"/>
              </a:spcAft>
              <a:buClr>
                <a:schemeClr val="tx1"/>
              </a:buClr>
              <a:buFont typeface="Arial" panose="020B0604020202020204" pitchFamily="34" charset="0"/>
              <a:buChar char="•"/>
              <a:defRPr/>
            </a:lvl1pPr>
            <a:lvl2pPr marL="742950" indent="-285750">
              <a:lnSpc>
                <a:spcPct val="120000"/>
              </a:lnSpc>
              <a:spcBef>
                <a:spcPts val="0"/>
              </a:spcBef>
              <a:spcAft>
                <a:spcPts val="0"/>
              </a:spcAft>
              <a:buClr>
                <a:schemeClr val="tx1"/>
              </a:buClr>
              <a:buFont typeface="Arial" panose="020B0604020202020204" pitchFamily="34" charset="0"/>
              <a:buChar char="•"/>
              <a:defRPr/>
            </a:lvl2pPr>
            <a:lvl3pPr marL="1143000" indent="-228600">
              <a:lnSpc>
                <a:spcPct val="120000"/>
              </a:lnSpc>
              <a:spcBef>
                <a:spcPts val="0"/>
              </a:spcBef>
              <a:spcAft>
                <a:spcPts val="0"/>
              </a:spcAft>
              <a:buClr>
                <a:schemeClr val="tx1"/>
              </a:buClr>
              <a:buFont typeface="Arial" panose="020B0604020202020204" pitchFamily="34" charset="0"/>
              <a:buChar char="•"/>
              <a:defRPr/>
            </a:lvl3pPr>
            <a:lvl4pPr marL="1600200" indent="-228600">
              <a:lnSpc>
                <a:spcPct val="120000"/>
              </a:lnSpc>
              <a:spcBef>
                <a:spcPts val="0"/>
              </a:spcBef>
              <a:spcAft>
                <a:spcPts val="0"/>
              </a:spcAft>
              <a:buClr>
                <a:schemeClr val="tx1"/>
              </a:buClr>
              <a:buFont typeface="Arial" panose="020B0604020202020204" pitchFamily="34" charset="0"/>
              <a:buChar char="•"/>
              <a:defRPr/>
            </a:lvl4pPr>
            <a:lvl5pPr marL="2057400" indent="-228600">
              <a:lnSpc>
                <a:spcPct val="120000"/>
              </a:lnSpc>
              <a:spcBef>
                <a:spcPts val="0"/>
              </a:spcBef>
              <a:spcAft>
                <a:spcPts val="0"/>
              </a:spcAft>
              <a:buClr>
                <a:schemeClr val="tx1"/>
              </a:buClr>
              <a:buFont typeface="Arial" panose="020B0604020202020204" pitchFamily="34" charset="0"/>
              <a:buChar char="•"/>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89918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9176A3-24B8-086B-739F-2B3DCE8BE094}"/>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4" name="Rectangle 3">
            <a:extLst>
              <a:ext uri="{FF2B5EF4-FFF2-40B4-BE49-F238E27FC236}">
                <a16:creationId xmlns:a16="http://schemas.microsoft.com/office/drawing/2014/main" id="{BA96EFAA-0851-646A-8758-C20243901E54}"/>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685800"/>
            <a:ext cx="10571998" cy="2983528"/>
          </a:xfrm>
          <a:effectLst/>
        </p:spPr>
        <p:txBody>
          <a:bodyPr/>
          <a:lstStyle>
            <a:lvl1pPr algn="ctr">
              <a:defRPr sz="3600" spc="0" baseline="0">
                <a:solidFill>
                  <a:schemeClr val="accent4">
                    <a:lumMod val="60000"/>
                    <a:lumOff val="40000"/>
                  </a:schemeClr>
                </a:solidFill>
                <a:effectLst/>
              </a:defRPr>
            </a:lvl1pPr>
          </a:lstStyle>
          <a:p>
            <a:r>
              <a:rPr lang="en-US"/>
              <a:t>Click to add title</a:t>
            </a:r>
          </a:p>
        </p:txBody>
      </p:sp>
    </p:spTree>
    <p:extLst>
      <p:ext uri="{BB962C8B-B14F-4D97-AF65-F5344CB8AC3E}">
        <p14:creationId xmlns:p14="http://schemas.microsoft.com/office/powerpoint/2010/main" val="24167404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12B799F-04B8-4A62-EB7D-F17311231B8E}"/>
              </a:ext>
              <a:ext uri="{C183D7F6-B498-43B3-948B-1728B52AA6E4}">
                <adec:decorative xmlns:adec="http://schemas.microsoft.com/office/drawing/2017/decorative" val="1"/>
              </a:ext>
            </a:extLst>
          </p:cNvPr>
          <p:cNvSpPr/>
          <p:nvPr userDrawn="1"/>
        </p:nvSpPr>
        <p:spPr>
          <a:xfrm>
            <a:off x="7556500" y="0"/>
            <a:ext cx="4635500"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7" name="Rectangle 6">
            <a:extLst>
              <a:ext uri="{FF2B5EF4-FFF2-40B4-BE49-F238E27FC236}">
                <a16:creationId xmlns:a16="http://schemas.microsoft.com/office/drawing/2014/main" id="{08F310BE-5861-E73D-5979-D11A971516CF}"/>
              </a:ext>
              <a:ext uri="{C183D7F6-B498-43B3-948B-1728B52AA6E4}">
                <adec:decorative xmlns:adec="http://schemas.microsoft.com/office/drawing/2017/decorative" val="1"/>
              </a:ext>
            </a:extLst>
          </p:cNvPr>
          <p:cNvSpPr/>
          <p:nvPr userDrawn="1"/>
        </p:nvSpPr>
        <p:spPr>
          <a:xfrm>
            <a:off x="500270" y="487680"/>
            <a:ext cx="6482080" cy="5902960"/>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8" name="Picture 7">
            <a:extLst>
              <a:ext uri="{FF2B5EF4-FFF2-40B4-BE49-F238E27FC236}">
                <a16:creationId xmlns:a16="http://schemas.microsoft.com/office/drawing/2014/main" id="{AA12F5E6-EC22-5E10-94FB-5E546A7B912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95630" y="477518"/>
            <a:ext cx="6482079" cy="5913121"/>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036952" y="477518"/>
            <a:ext cx="3829465" cy="2693887"/>
          </a:xfrm>
          <a:noFill/>
          <a:effectLst/>
        </p:spPr>
        <p:txBody>
          <a:bodyPr anchor="b"/>
          <a:lstStyle>
            <a:lvl1pPr algn="l">
              <a:defRPr sz="3600" spc="0" baseline="0">
                <a:solidFill>
                  <a:schemeClr val="accent1">
                    <a:lumMod val="50000"/>
                  </a:schemeClr>
                </a:solidFill>
                <a:effectLst/>
              </a:defRPr>
            </a:lvl1pPr>
          </a:lstStyle>
          <a:p>
            <a:r>
              <a:rPr lang="en-US"/>
              <a:t>Click to add title</a:t>
            </a:r>
          </a:p>
        </p:txBody>
      </p:sp>
      <p:sp>
        <p:nvSpPr>
          <p:cNvPr id="13" name="Table Placeholder 12">
            <a:extLst>
              <a:ext uri="{FF2B5EF4-FFF2-40B4-BE49-F238E27FC236}">
                <a16:creationId xmlns:a16="http://schemas.microsoft.com/office/drawing/2014/main" id="{14BBA88A-FAA8-CE13-2A76-BF8B014AE343}"/>
              </a:ext>
            </a:extLst>
          </p:cNvPr>
          <p:cNvSpPr>
            <a:spLocks noGrp="1"/>
          </p:cNvSpPr>
          <p:nvPr>
            <p:ph type="tbl" sz="quarter" idx="11"/>
          </p:nvPr>
        </p:nvSpPr>
        <p:spPr>
          <a:xfrm>
            <a:off x="952500" y="909638"/>
            <a:ext cx="5578475" cy="5038725"/>
          </a:xfrm>
        </p:spPr>
        <p:txBody>
          <a:bodyPr anchor="t"/>
          <a:lstStyle>
            <a:lvl1pPr marL="0" indent="0" algn="ctr">
              <a:buNone/>
              <a:defRPr/>
            </a:lvl1pPr>
          </a:lstStyle>
          <a:p>
            <a:r>
              <a:rPr lang="en-US"/>
              <a:t>Click icon to add table</a:t>
            </a:r>
          </a:p>
        </p:txBody>
      </p:sp>
      <p:sp>
        <p:nvSpPr>
          <p:cNvPr id="5" name="Content Placeholder 9">
            <a:extLst>
              <a:ext uri="{FF2B5EF4-FFF2-40B4-BE49-F238E27FC236}">
                <a16:creationId xmlns:a16="http://schemas.microsoft.com/office/drawing/2014/main" id="{0E96890F-0832-5087-193F-70CF33DEE0AD}"/>
              </a:ext>
            </a:extLst>
          </p:cNvPr>
          <p:cNvSpPr>
            <a:spLocks noGrp="1"/>
          </p:cNvSpPr>
          <p:nvPr>
            <p:ph sz="quarter" idx="10" hasCustomPrompt="1"/>
          </p:nvPr>
        </p:nvSpPr>
        <p:spPr>
          <a:xfrm>
            <a:off x="8036953" y="3449781"/>
            <a:ext cx="3829465" cy="2940860"/>
          </a:xfrm>
          <a:effectLst/>
        </p:spPr>
        <p:txBody>
          <a:bodyPr anchor="t"/>
          <a:lstStyle>
            <a:lvl1pPr marL="2857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907680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9176A3-24B8-086B-739F-2B3DCE8BE094}"/>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4" name="Rectangle 3">
            <a:extLst>
              <a:ext uri="{FF2B5EF4-FFF2-40B4-BE49-F238E27FC236}">
                <a16:creationId xmlns:a16="http://schemas.microsoft.com/office/drawing/2014/main" id="{BA96EFAA-0851-646A-8758-C20243901E54}"/>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488373" y="571501"/>
            <a:ext cx="11139054" cy="1028699"/>
          </a:xfrm>
          <a:effectLst/>
        </p:spPr>
        <p:txBody>
          <a:bodyPr anchor="ctr"/>
          <a:lstStyle>
            <a:lvl1pPr algn="ctr">
              <a:defRPr sz="3600" spc="0" baseline="0">
                <a:solidFill>
                  <a:schemeClr val="tx1"/>
                </a:solidFill>
                <a:effectLst/>
              </a:defRPr>
            </a:lvl1pPr>
          </a:lstStyle>
          <a:p>
            <a:r>
              <a:rPr lang="en-US"/>
              <a:t>Click to add title</a:t>
            </a:r>
          </a:p>
        </p:txBody>
      </p:sp>
      <p:sp>
        <p:nvSpPr>
          <p:cNvPr id="11" name="Table Placeholder 10">
            <a:extLst>
              <a:ext uri="{FF2B5EF4-FFF2-40B4-BE49-F238E27FC236}">
                <a16:creationId xmlns:a16="http://schemas.microsoft.com/office/drawing/2014/main" id="{E10735F5-6B7D-348D-AC70-8BC10CB5F70A}"/>
              </a:ext>
            </a:extLst>
          </p:cNvPr>
          <p:cNvSpPr>
            <a:spLocks noGrp="1"/>
          </p:cNvSpPr>
          <p:nvPr>
            <p:ph type="tbl" sz="quarter" idx="10"/>
          </p:nvPr>
        </p:nvSpPr>
        <p:spPr>
          <a:xfrm>
            <a:off x="838200" y="1860550"/>
            <a:ext cx="10515600" cy="4198938"/>
          </a:xfrm>
        </p:spPr>
        <p:txBody>
          <a:bodyPr anchor="t"/>
          <a:lstStyle>
            <a:lvl1pPr marL="0" indent="0" algn="ctr">
              <a:buNone/>
              <a:defRPr/>
            </a:lvl1pPr>
          </a:lstStyle>
          <a:p>
            <a:r>
              <a:rPr lang="en-US"/>
              <a:t>Click icon to add table</a:t>
            </a:r>
          </a:p>
        </p:txBody>
      </p:sp>
    </p:spTree>
    <p:extLst>
      <p:ext uri="{BB962C8B-B14F-4D97-AF65-F5344CB8AC3E}">
        <p14:creationId xmlns:p14="http://schemas.microsoft.com/office/powerpoint/2010/main" val="27179750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FDAFCA1-BDD9-1108-8F95-E3FC1A7935C1}"/>
              </a:ext>
              <a:ext uri="{C183D7F6-B498-43B3-948B-1728B52AA6E4}">
                <adec:decorative xmlns:adec="http://schemas.microsoft.com/office/drawing/2017/decorative" val="1"/>
              </a:ext>
            </a:extLst>
          </p:cNvPr>
          <p:cNvGrpSpPr/>
          <p:nvPr userDrawn="1"/>
        </p:nvGrpSpPr>
        <p:grpSpPr>
          <a:xfrm rot="10800000">
            <a:off x="0" y="0"/>
            <a:ext cx="11532896" cy="6858000"/>
            <a:chOff x="659106" y="0"/>
            <a:chExt cx="11532896" cy="6858000"/>
          </a:xfrm>
        </p:grpSpPr>
        <p:sp>
          <p:nvSpPr>
            <p:cNvPr id="3" name="Rectangle 2">
              <a:extLst>
                <a:ext uri="{FF2B5EF4-FFF2-40B4-BE49-F238E27FC236}">
                  <a16:creationId xmlns:a16="http://schemas.microsoft.com/office/drawing/2014/main" id="{E4BFDB24-6BE4-2FC0-F772-DC1DE926E485}"/>
                </a:ext>
              </a:extLst>
            </p:cNvPr>
            <p:cNvSpPr/>
            <p:nvPr/>
          </p:nvSpPr>
          <p:spPr>
            <a:xfrm>
              <a:off x="5995086" y="0"/>
              <a:ext cx="6196916"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4" name="Graphic 3">
              <a:extLst>
                <a:ext uri="{FF2B5EF4-FFF2-40B4-BE49-F238E27FC236}">
                  <a16:creationId xmlns:a16="http://schemas.microsoft.com/office/drawing/2014/main" id="{131EABEA-AB8A-5E4C-A6DD-8F32B70E90A3}"/>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353" t="-388" r="-1" b="-254"/>
            <a:stretch/>
          </p:blipFill>
          <p:spPr>
            <a:xfrm flipH="1">
              <a:off x="659106" y="1956391"/>
              <a:ext cx="4878094" cy="2780414"/>
            </a:xfrm>
            <a:prstGeom prst="rect">
              <a:avLst/>
            </a:prstGeom>
          </p:spPr>
        </p:pic>
        <p:sp>
          <p:nvSpPr>
            <p:cNvPr id="5" name="Rectangle 4">
              <a:extLst>
                <a:ext uri="{FF2B5EF4-FFF2-40B4-BE49-F238E27FC236}">
                  <a16:creationId xmlns:a16="http://schemas.microsoft.com/office/drawing/2014/main" id="{D2279AAC-0D81-D3CD-3F0F-E8CEE0F56D43}"/>
                </a:ext>
              </a:extLst>
            </p:cNvPr>
            <p:cNvSpPr/>
            <p:nvPr/>
          </p:nvSpPr>
          <p:spPr>
            <a:xfrm>
              <a:off x="1328303" y="776532"/>
              <a:ext cx="3434316" cy="501821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gr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617542" y="132080"/>
            <a:ext cx="4928894" cy="6507711"/>
          </a:xfrm>
          <a:noFill/>
          <a:effectLst/>
        </p:spPr>
        <p:txBody>
          <a:bodyPr anchor="ctr"/>
          <a:lstStyle>
            <a:lvl1pPr algn="ctr">
              <a:defRPr sz="3600" spc="0" baseline="0">
                <a:solidFill>
                  <a:schemeClr val="accent1">
                    <a:lumMod val="50000"/>
                  </a:schemeClr>
                </a:solidFill>
                <a:effectLst/>
              </a:defRPr>
            </a:lvl1pPr>
          </a:lstStyle>
          <a:p>
            <a:r>
              <a:rPr lang="en-US"/>
              <a:t>Click to add title</a:t>
            </a:r>
          </a:p>
        </p:txBody>
      </p:sp>
      <p:sp>
        <p:nvSpPr>
          <p:cNvPr id="11" name="Picture Placeholder 10">
            <a:extLst>
              <a:ext uri="{FF2B5EF4-FFF2-40B4-BE49-F238E27FC236}">
                <a16:creationId xmlns:a16="http://schemas.microsoft.com/office/drawing/2014/main" id="{E0720B2D-C199-57FA-9453-DBFB607BA983}"/>
              </a:ext>
            </a:extLst>
          </p:cNvPr>
          <p:cNvSpPr>
            <a:spLocks noGrp="1"/>
          </p:cNvSpPr>
          <p:nvPr>
            <p:ph type="pic" sz="quarter" idx="10"/>
          </p:nvPr>
        </p:nvSpPr>
        <p:spPr>
          <a:xfrm>
            <a:off x="7429500" y="992188"/>
            <a:ext cx="3425825" cy="5018087"/>
          </a:xfrm>
        </p:spPr>
        <p:txBody>
          <a:bodyPr anchor="t"/>
          <a:lstStyle>
            <a:lvl1pPr marL="0" indent="0" algn="ctr">
              <a:buNone/>
              <a:defRPr/>
            </a:lvl1pPr>
          </a:lstStyle>
          <a:p>
            <a:r>
              <a:rPr lang="en-US"/>
              <a:t>Click icon to add picture</a:t>
            </a:r>
          </a:p>
        </p:txBody>
      </p:sp>
    </p:spTree>
    <p:extLst>
      <p:ext uri="{BB962C8B-B14F-4D97-AF65-F5344CB8AC3E}">
        <p14:creationId xmlns:p14="http://schemas.microsoft.com/office/powerpoint/2010/main" val="25619617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B11222B-29F6-BF2A-09DE-82F659638940}"/>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3" name="Rectangle 2">
            <a:extLst>
              <a:ext uri="{FF2B5EF4-FFF2-40B4-BE49-F238E27FC236}">
                <a16:creationId xmlns:a16="http://schemas.microsoft.com/office/drawing/2014/main" id="{B035F993-EADB-1C5A-7158-41E510B706E0}"/>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4" name="Rectangle 3">
            <a:extLst>
              <a:ext uri="{FF2B5EF4-FFF2-40B4-BE49-F238E27FC236}">
                <a16:creationId xmlns:a16="http://schemas.microsoft.com/office/drawing/2014/main" id="{AB12E34E-DBAF-BA5D-15D9-E69A05535785}"/>
              </a:ext>
              <a:ext uri="{C183D7F6-B498-43B3-948B-1728B52AA6E4}">
                <adec:decorative xmlns:adec="http://schemas.microsoft.com/office/drawing/2017/decorative" val="1"/>
              </a:ext>
            </a:extLst>
          </p:cNvPr>
          <p:cNvSpPr/>
          <p:nvPr userDrawn="1"/>
        </p:nvSpPr>
        <p:spPr>
          <a:xfrm>
            <a:off x="381000" y="1889759"/>
            <a:ext cx="11424920" cy="454293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571499"/>
            <a:ext cx="11118274" cy="1154114"/>
          </a:xfrm>
          <a:noFill/>
          <a:effectLst/>
        </p:spPr>
        <p:txBody>
          <a:bodyPr anchor="ctr"/>
          <a:lstStyle>
            <a:lvl1pPr algn="ctr">
              <a:defRPr sz="3600" spc="0" baseline="0">
                <a:solidFill>
                  <a:schemeClr val="tx1"/>
                </a:solidFill>
                <a:effectLst/>
              </a:defRPr>
            </a:lvl1pPr>
          </a:lstStyle>
          <a:p>
            <a:r>
              <a:rPr lang="en-US"/>
              <a:t>Click to add title</a:t>
            </a:r>
          </a:p>
        </p:txBody>
      </p:sp>
      <p:sp>
        <p:nvSpPr>
          <p:cNvPr id="5" name="Content Placeholder 9">
            <a:extLst>
              <a:ext uri="{FF2B5EF4-FFF2-40B4-BE49-F238E27FC236}">
                <a16:creationId xmlns:a16="http://schemas.microsoft.com/office/drawing/2014/main" id="{0BF6A552-CE6A-3977-8507-74A1C4C4B5A0}"/>
              </a:ext>
            </a:extLst>
          </p:cNvPr>
          <p:cNvSpPr>
            <a:spLocks noGrp="1"/>
          </p:cNvSpPr>
          <p:nvPr>
            <p:ph sz="quarter" idx="17" hasCustomPrompt="1"/>
          </p:nvPr>
        </p:nvSpPr>
        <p:spPr>
          <a:xfrm>
            <a:off x="841667" y="2461056"/>
            <a:ext cx="3626424" cy="3721535"/>
          </a:xfrm>
          <a:effectLst/>
        </p:spPr>
        <p:txBody>
          <a:bodyPr anchor="t">
            <a:normAutofit/>
          </a:bodyPr>
          <a:lstStyle>
            <a:lvl1pPr marL="285750" indent="-285750">
              <a:lnSpc>
                <a:spcPct val="120000"/>
              </a:lnSpc>
              <a:spcBef>
                <a:spcPts val="600"/>
              </a:spcBef>
              <a:spcAft>
                <a:spcPts val="1200"/>
              </a:spcAft>
              <a:buClr>
                <a:schemeClr val="accent1">
                  <a:lumMod val="50000"/>
                </a:schemeClr>
              </a:buClr>
              <a:buFont typeface="Arial" panose="020B0604020202020204" pitchFamily="34" charset="0"/>
              <a:buChar char="•"/>
              <a:defRPr sz="1800">
                <a:solidFill>
                  <a:schemeClr val="accent1">
                    <a:lumMod val="50000"/>
                  </a:schemeClr>
                </a:solidFill>
              </a:defRPr>
            </a:lvl1pPr>
            <a:lvl2pPr marL="742950" indent="-285750">
              <a:lnSpc>
                <a:spcPct val="120000"/>
              </a:lnSpc>
              <a:spcAft>
                <a:spcPts val="1200"/>
              </a:spcAft>
              <a:buClr>
                <a:schemeClr val="accent1">
                  <a:lumMod val="50000"/>
                </a:schemeClr>
              </a:buClr>
              <a:buFont typeface="Arial" panose="020B0604020202020204" pitchFamily="34" charset="0"/>
              <a:buChar char="•"/>
              <a:defRPr sz="1600">
                <a:solidFill>
                  <a:schemeClr val="accent1">
                    <a:lumMod val="50000"/>
                  </a:schemeClr>
                </a:solidFill>
              </a:defRPr>
            </a:lvl2pPr>
            <a:lvl3pPr marL="1143000" indent="-228600">
              <a:lnSpc>
                <a:spcPct val="120000"/>
              </a:lnSpc>
              <a:spcAft>
                <a:spcPts val="1200"/>
              </a:spcAft>
              <a:buClr>
                <a:schemeClr val="accent1">
                  <a:lumMod val="50000"/>
                </a:schemeClr>
              </a:buClr>
              <a:buFont typeface="Arial" panose="020B0604020202020204" pitchFamily="34" charset="0"/>
              <a:buChar char="•"/>
              <a:defRPr sz="1400">
                <a:solidFill>
                  <a:schemeClr val="accent1">
                    <a:lumMod val="50000"/>
                  </a:schemeClr>
                </a:solidFill>
              </a:defRPr>
            </a:lvl3pPr>
            <a:lvl4pPr marL="16002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4pPr>
            <a:lvl5pPr marL="20574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6" name="Content Placeholder 9">
            <a:extLst>
              <a:ext uri="{FF2B5EF4-FFF2-40B4-BE49-F238E27FC236}">
                <a16:creationId xmlns:a16="http://schemas.microsoft.com/office/drawing/2014/main" id="{4C80689F-A123-F6D7-2AA8-9166317EF424}"/>
              </a:ext>
            </a:extLst>
          </p:cNvPr>
          <p:cNvSpPr>
            <a:spLocks noGrp="1"/>
          </p:cNvSpPr>
          <p:nvPr>
            <p:ph sz="quarter" idx="18" hasCustomPrompt="1"/>
          </p:nvPr>
        </p:nvSpPr>
        <p:spPr>
          <a:xfrm>
            <a:off x="5995282" y="2440275"/>
            <a:ext cx="5164553" cy="3721534"/>
          </a:xfrm>
          <a:effectLst/>
        </p:spPr>
        <p:txBody>
          <a:bodyPr anchor="t">
            <a:normAutofit/>
          </a:bodyPr>
          <a:lstStyle>
            <a:lvl1pPr marL="342900" indent="-342900">
              <a:lnSpc>
                <a:spcPct val="120000"/>
              </a:lnSpc>
              <a:spcBef>
                <a:spcPts val="600"/>
              </a:spcBef>
              <a:spcAft>
                <a:spcPts val="600"/>
              </a:spcAft>
              <a:buClr>
                <a:schemeClr val="accent1">
                  <a:lumMod val="50000"/>
                </a:schemeClr>
              </a:buClr>
              <a:buFont typeface="+mj-lt"/>
              <a:buAutoNum type="arabicPeriod"/>
              <a:defRPr sz="1800" b="1">
                <a:solidFill>
                  <a:schemeClr val="accent1">
                    <a:lumMod val="50000"/>
                  </a:schemeClr>
                </a:solidFill>
              </a:defRPr>
            </a:lvl1pPr>
            <a:lvl2pPr marL="347472" indent="0">
              <a:lnSpc>
                <a:spcPct val="120000"/>
              </a:lnSpc>
              <a:spcBef>
                <a:spcPts val="0"/>
              </a:spcBef>
              <a:spcAft>
                <a:spcPts val="600"/>
              </a:spcAft>
              <a:buClr>
                <a:schemeClr val="accent1">
                  <a:lumMod val="50000"/>
                </a:schemeClr>
              </a:buClr>
              <a:buNone/>
              <a:defRPr sz="1800">
                <a:solidFill>
                  <a:schemeClr val="accent1">
                    <a:lumMod val="50000"/>
                  </a:schemeClr>
                </a:solidFill>
              </a:defRPr>
            </a:lvl2pPr>
            <a:lvl3pPr marL="914400" indent="0">
              <a:lnSpc>
                <a:spcPct val="120000"/>
              </a:lnSpc>
              <a:spcAft>
                <a:spcPts val="600"/>
              </a:spcAft>
              <a:buClr>
                <a:schemeClr val="accent1">
                  <a:lumMod val="50000"/>
                </a:schemeClr>
              </a:buClr>
              <a:buNone/>
              <a:defRPr sz="1800">
                <a:solidFill>
                  <a:schemeClr val="accent1">
                    <a:lumMod val="50000"/>
                  </a:schemeClr>
                </a:solidFill>
              </a:defRPr>
            </a:lvl3pPr>
            <a:lvl4pPr marL="1371600" indent="0">
              <a:lnSpc>
                <a:spcPct val="120000"/>
              </a:lnSpc>
              <a:spcAft>
                <a:spcPts val="600"/>
              </a:spcAft>
              <a:buClr>
                <a:schemeClr val="accent1">
                  <a:lumMod val="50000"/>
                </a:schemeClr>
              </a:buClr>
              <a:buNone/>
              <a:defRPr sz="1800">
                <a:solidFill>
                  <a:schemeClr val="accent1">
                    <a:lumMod val="50000"/>
                  </a:schemeClr>
                </a:solidFill>
              </a:defRPr>
            </a:lvl4pPr>
            <a:lvl5pPr marL="1828800" indent="0">
              <a:lnSpc>
                <a:spcPct val="120000"/>
              </a:lnSpc>
              <a:spcAft>
                <a:spcPts val="600"/>
              </a:spcAft>
              <a:buClr>
                <a:schemeClr val="accent1">
                  <a:lumMod val="50000"/>
                </a:schemeClr>
              </a:buClr>
              <a:buNone/>
              <a:defRPr sz="1800">
                <a:solidFill>
                  <a:schemeClr val="accent1">
                    <a:lumMod val="50000"/>
                  </a:schemeClr>
                </a:solidFill>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815008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losing ">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F4DCF8-BA15-AB79-2D14-040F5A063B79}"/>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6" name="Picture 5">
            <a:extLst>
              <a:ext uri="{FF2B5EF4-FFF2-40B4-BE49-F238E27FC236}">
                <a16:creationId xmlns:a16="http://schemas.microsoft.com/office/drawing/2014/main" id="{5ED22DD7-291D-E347-8A4C-07E31E68133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2299" y="-2231063"/>
            <a:ext cx="6007395" cy="11320129"/>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770660" y="1017858"/>
            <a:ext cx="10650681" cy="2719255"/>
          </a:xfrm>
          <a:noFill/>
          <a:effectLst/>
        </p:spPr>
        <p:txBody>
          <a:bodyPr anchor="b"/>
          <a:lstStyle>
            <a:lvl1pPr algn="ctr">
              <a:defRPr sz="7200" spc="-300" baseline="0">
                <a:solidFill>
                  <a:schemeClr val="accent4">
                    <a:lumMod val="60000"/>
                    <a:lumOff val="40000"/>
                  </a:schemeClr>
                </a:solidFill>
                <a:effectLst/>
              </a:defRPr>
            </a:lvl1pPr>
          </a:lstStyle>
          <a:p>
            <a:r>
              <a:rPr lang="en-US"/>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770660" y="4042066"/>
            <a:ext cx="10650681" cy="2296843"/>
          </a:xfrm>
          <a:effectLst/>
        </p:spPr>
        <p:txBody>
          <a:bodyPr anchor="t"/>
          <a:lstStyle>
            <a:lvl1pPr marL="0" indent="0" algn="ctr">
              <a:lnSpc>
                <a:spcPct val="120000"/>
              </a:lnSpc>
              <a:spcBef>
                <a:spcPts val="0"/>
              </a:spcBef>
              <a:spcAft>
                <a:spcPts val="0"/>
              </a:spcAft>
              <a:buNone/>
              <a:defRPr>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add text</a:t>
            </a:r>
          </a:p>
        </p:txBody>
      </p:sp>
    </p:spTree>
    <p:extLst>
      <p:ext uri="{BB962C8B-B14F-4D97-AF65-F5344CB8AC3E}">
        <p14:creationId xmlns:p14="http://schemas.microsoft.com/office/powerpoint/2010/main" val="286508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slideLayout" Target="../slideLayouts/slideLayout18.xml" /><Relationship Id="rId26" Type="http://schemas.openxmlformats.org/officeDocument/2006/relationships/theme" Target="../theme/theme1.xml" /><Relationship Id="rId3" Type="http://schemas.openxmlformats.org/officeDocument/2006/relationships/slideLayout" Target="../slideLayouts/slideLayout3.xml" /><Relationship Id="rId21" Type="http://schemas.openxmlformats.org/officeDocument/2006/relationships/slideLayout" Target="../slideLayouts/slideLayout21.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5" Type="http://schemas.openxmlformats.org/officeDocument/2006/relationships/slideLayout" Target="../slideLayouts/slideLayout25.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slideLayout" Target="../slideLayouts/slideLayout20.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24" Type="http://schemas.openxmlformats.org/officeDocument/2006/relationships/slideLayout" Target="../slideLayouts/slideLayout24.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23" Type="http://schemas.openxmlformats.org/officeDocument/2006/relationships/slideLayout" Target="../slideLayouts/slideLayout23.xml" /><Relationship Id="rId10" Type="http://schemas.openxmlformats.org/officeDocument/2006/relationships/slideLayout" Target="../slideLayouts/slideLayout10.xml" /><Relationship Id="rId19" Type="http://schemas.openxmlformats.org/officeDocument/2006/relationships/slideLayout" Target="../slideLayouts/slideLayout19.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 Id="rId22" Type="http://schemas.openxmlformats.org/officeDocument/2006/relationships/slideLayout" Target="../slideLayouts/slideLayout22.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23D39"/>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3A332BE1-279E-4118-9FE3-7952B079A510}" type="datetimeFigureOut">
              <a:rPr lang="en-US" dirty="0"/>
              <a:t>1/17/2026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dirty="0"/>
              <a:t>‹#›</a:t>
            </a:fld>
            <a:endParaRPr lang="en-US"/>
          </a:p>
        </p:txBody>
      </p:sp>
    </p:spTree>
    <p:extLst>
      <p:ext uri="{BB962C8B-B14F-4D97-AF65-F5344CB8AC3E}">
        <p14:creationId xmlns:p14="http://schemas.microsoft.com/office/powerpoint/2010/main" val="1481375248"/>
      </p:ext>
    </p:extLst>
  </p:cSld>
  <p:clrMap bg1="lt1" tx1="dk1" bg2="lt2" tx2="dk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 id="2147483894" r:id="rId12"/>
    <p:sldLayoutId id="2147483895" r:id="rId13"/>
    <p:sldLayoutId id="2147483896" r:id="rId14"/>
    <p:sldLayoutId id="2147483897" r:id="rId15"/>
    <p:sldLayoutId id="2147483898" r:id="rId16"/>
    <p:sldLayoutId id="2147483899" r:id="rId17"/>
    <p:sldLayoutId id="2147483900" r:id="rId18"/>
    <p:sldLayoutId id="2147483901" r:id="rId19"/>
    <p:sldLayoutId id="2147483902" r:id="rId20"/>
    <p:sldLayoutId id="2147483903" r:id="rId21"/>
    <p:sldLayoutId id="2147483904" r:id="rId22"/>
    <p:sldLayoutId id="2147483905" r:id="rId23"/>
    <p:sldLayoutId id="2147483906" r:id="rId24"/>
    <p:sldLayoutId id="2147483907" r:id="rId25"/>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jpeg" /><Relationship Id="rId2" Type="http://schemas.openxmlformats.org/officeDocument/2006/relationships/notesSlide" Target="../notesSlides/notesSlide1.xml" /><Relationship Id="rId1" Type="http://schemas.openxmlformats.org/officeDocument/2006/relationships/slideLayout" Target="../slideLayouts/slideLayout20.xml" /></Relationships>
</file>

<file path=ppt/slides/_rels/slide2.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notesSlide" Target="../notesSlides/notesSlide2.xml" /><Relationship Id="rId1" Type="http://schemas.openxmlformats.org/officeDocument/2006/relationships/slideLayout" Target="../slideLayouts/slideLayout22.xml" /></Relationships>
</file>

<file path=ppt/slides/_rels/slide3.xml.rels><?xml version="1.0" encoding="UTF-8" standalone="yes"?>
<Relationships xmlns="http://schemas.openxmlformats.org/package/2006/relationships"><Relationship Id="rId3" Type="http://schemas.openxmlformats.org/officeDocument/2006/relationships/image" Target="../media/image17.jpeg" /><Relationship Id="rId2" Type="http://schemas.openxmlformats.org/officeDocument/2006/relationships/notesSlide" Target="../notesSlides/notesSlide3.xml" /><Relationship Id="rId1" Type="http://schemas.openxmlformats.org/officeDocument/2006/relationships/slideLayout" Target="../slideLayouts/slideLayout13.xml" /></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 /><Relationship Id="rId7" Type="http://schemas.microsoft.com/office/2007/relationships/diagramDrawing" Target="../diagrams/drawing1.xml" /><Relationship Id="rId2" Type="http://schemas.openxmlformats.org/officeDocument/2006/relationships/notesSlide" Target="../notesSlides/notesSlide4.xml" /><Relationship Id="rId1" Type="http://schemas.openxmlformats.org/officeDocument/2006/relationships/slideLayout" Target="../slideLayouts/slideLayout17.xml" /><Relationship Id="rId6" Type="http://schemas.openxmlformats.org/officeDocument/2006/relationships/diagramColors" Target="../diagrams/colors1.xml" /><Relationship Id="rId5" Type="http://schemas.openxmlformats.org/officeDocument/2006/relationships/diagramQuickStyle" Target="../diagrams/quickStyle1.xml" /><Relationship Id="rId4" Type="http://schemas.openxmlformats.org/officeDocument/2006/relationships/diagramLayout" Target="../diagrams/layout1.xml" /></Relationships>
</file>

<file path=ppt/slides/_rels/slide5.xml.rels><?xml version="1.0" encoding="UTF-8" standalone="yes"?>
<Relationships xmlns="http://schemas.openxmlformats.org/package/2006/relationships"><Relationship Id="rId3" Type="http://schemas.openxmlformats.org/officeDocument/2006/relationships/image" Target="../media/image18.jpeg" /><Relationship Id="rId2" Type="http://schemas.openxmlformats.org/officeDocument/2006/relationships/notesSlide" Target="../notesSlides/notesSlide5.xml" /><Relationship Id="rId1" Type="http://schemas.openxmlformats.org/officeDocument/2006/relationships/slideLayout" Target="../slideLayouts/slideLayout15.xml" /><Relationship Id="rId4" Type="http://schemas.openxmlformats.org/officeDocument/2006/relationships/image" Target="../media/image19.jpeg" /></Relationships>
</file>

<file path=ppt/slides/_rels/slide6.xml.rels><?xml version="1.0" encoding="UTF-8" standalone="yes"?>
<Relationships xmlns="http://schemas.openxmlformats.org/package/2006/relationships"><Relationship Id="rId2" Type="http://schemas.openxmlformats.org/officeDocument/2006/relationships/image" Target="../media/image20.jpeg" /><Relationship Id="rId1" Type="http://schemas.openxmlformats.org/officeDocument/2006/relationships/slideLayout" Target="../slideLayouts/slideLayout20.xml" /></Relationships>
</file>

<file path=ppt/slides/_rels/slide7.xml.rels><?xml version="1.0" encoding="UTF-8" standalone="yes"?>
<Relationships xmlns="http://schemas.openxmlformats.org/package/2006/relationships"><Relationship Id="rId3" Type="http://schemas.openxmlformats.org/officeDocument/2006/relationships/image" Target="../media/image21.jpeg" /><Relationship Id="rId2" Type="http://schemas.openxmlformats.org/officeDocument/2006/relationships/notesSlide" Target="../notesSlides/notesSlide6.xml" /><Relationship Id="rId1" Type="http://schemas.openxmlformats.org/officeDocument/2006/relationships/slideLayout" Target="../slideLayouts/slideLayout13.xml" /></Relationships>
</file>

<file path=ppt/slides/_rels/slide8.xml.rels><?xml version="1.0" encoding="UTF-8" standalone="yes"?>
<Relationships xmlns="http://schemas.openxmlformats.org/package/2006/relationships"><Relationship Id="rId3" Type="http://schemas.openxmlformats.org/officeDocument/2006/relationships/image" Target="../media/image22.jpeg" /><Relationship Id="rId2" Type="http://schemas.openxmlformats.org/officeDocument/2006/relationships/notesSlide" Target="../notesSlides/notesSlide7.xml" /><Relationship Id="rId1" Type="http://schemas.openxmlformats.org/officeDocument/2006/relationships/slideLayout" Target="../slideLayouts/slideLayout15.xml" /></Relationships>
</file>

<file path=ppt/slides/_rels/slide9.xml.rels><?xml version="1.0" encoding="UTF-8" standalone="yes"?>
<Relationships xmlns="http://schemas.openxmlformats.org/package/2006/relationships"><Relationship Id="rId3" Type="http://schemas.openxmlformats.org/officeDocument/2006/relationships/image" Target="../media/image23.jpeg" /><Relationship Id="rId2" Type="http://schemas.openxmlformats.org/officeDocument/2006/relationships/notesSlide" Target="../notesSlides/notesSlide8.xml" /><Relationship Id="rId1" Type="http://schemas.openxmlformats.org/officeDocument/2006/relationships/slideLayout" Target="../slideLayouts/slideLayout1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97DFA-9278-9CB6-C5BC-520AB107B9E7}"/>
              </a:ext>
            </a:extLst>
          </p:cNvPr>
          <p:cNvSpPr>
            <a:spLocks noGrp="1"/>
          </p:cNvSpPr>
          <p:nvPr>
            <p:ph type="title"/>
          </p:nvPr>
        </p:nvSpPr>
        <p:spPr/>
        <p:txBody>
          <a:bodyPr/>
          <a:lstStyle/>
          <a:p>
            <a:pPr lvl="0"/>
            <a:r>
              <a:rPr lang="en-US" noProof="0"/>
              <a:t>Innovative decisions</a:t>
            </a:r>
          </a:p>
        </p:txBody>
      </p:sp>
      <p:sp>
        <p:nvSpPr>
          <p:cNvPr id="4" name="Rectangle 3">
            <a:extLst>
              <a:ext uri="{FF2B5EF4-FFF2-40B4-BE49-F238E27FC236}">
                <a16:creationId xmlns:a16="http://schemas.microsoft.com/office/drawing/2014/main" id="{0B6A2DE5-B8BE-9972-B932-1623CC8D62A9}"/>
              </a:ext>
            </a:extLst>
          </p:cNvPr>
          <p:cNvSpPr/>
          <p:nvPr/>
        </p:nvSpPr>
        <p:spPr>
          <a:xfrm>
            <a:off x="2152515" y="1465922"/>
            <a:ext cx="7893971" cy="44148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blue and yellow globe with green waves&#10;&#10;AI-generated content may be incorrect.">
            <a:extLst>
              <a:ext uri="{FF2B5EF4-FFF2-40B4-BE49-F238E27FC236}">
                <a16:creationId xmlns:a16="http://schemas.microsoft.com/office/drawing/2014/main" id="{579B1C87-4078-6322-DF61-BEA622BE597D}"/>
              </a:ext>
            </a:extLst>
          </p:cNvPr>
          <p:cNvPicPr>
            <a:picLocks noChangeAspect="1"/>
          </p:cNvPicPr>
          <p:nvPr/>
        </p:nvPicPr>
        <p:blipFill>
          <a:blip r:embed="rId3"/>
          <a:stretch>
            <a:fillRect/>
          </a:stretch>
        </p:blipFill>
        <p:spPr>
          <a:xfrm>
            <a:off x="444500" y="690879"/>
            <a:ext cx="11228917" cy="5507991"/>
          </a:xfrm>
          <a:prstGeom prst="rect">
            <a:avLst/>
          </a:prstGeom>
        </p:spPr>
      </p:pic>
    </p:spTree>
    <p:extLst>
      <p:ext uri="{BB962C8B-B14F-4D97-AF65-F5344CB8AC3E}">
        <p14:creationId xmlns:p14="http://schemas.microsoft.com/office/powerpoint/2010/main" val="17221476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90A27AF-ECB2-3C92-4A61-4358E5C18307}"/>
              </a:ext>
            </a:extLst>
          </p:cNvPr>
          <p:cNvSpPr>
            <a:spLocks noGrp="1"/>
          </p:cNvSpPr>
          <p:nvPr>
            <p:ph sz="quarter" idx="4294967295"/>
          </p:nvPr>
        </p:nvSpPr>
        <p:spPr>
          <a:xfrm>
            <a:off x="8362950" y="2960688"/>
            <a:ext cx="3829050" cy="2941637"/>
          </a:xfrm>
        </p:spPr>
        <p:txBody>
          <a:bodyPr/>
          <a:lstStyle/>
          <a:p>
            <a:pPr marL="0" indent="0">
              <a:buClr>
                <a:srgbClr val="0B4E4D"/>
              </a:buClr>
              <a:buNone/>
            </a:pPr>
            <a:r>
              <a:rPr lang="en-US"/>
              <a:t>   </a:t>
            </a:r>
          </a:p>
        </p:txBody>
      </p:sp>
      <p:sp>
        <p:nvSpPr>
          <p:cNvPr id="2" name="Title 1">
            <a:extLst>
              <a:ext uri="{FF2B5EF4-FFF2-40B4-BE49-F238E27FC236}">
                <a16:creationId xmlns:a16="http://schemas.microsoft.com/office/drawing/2014/main" id="{9AA762A4-2E4B-23FB-9F8B-D54C0F90A08A}"/>
              </a:ext>
            </a:extLst>
          </p:cNvPr>
          <p:cNvSpPr>
            <a:spLocks noGrp="1"/>
          </p:cNvSpPr>
          <p:nvPr>
            <p:ph type="title"/>
          </p:nvPr>
        </p:nvSpPr>
        <p:spPr/>
        <p:txBody>
          <a:bodyPr anchor="ctr">
            <a:normAutofit/>
          </a:bodyPr>
          <a:lstStyle/>
          <a:p>
            <a:pPr algn="ctr"/>
            <a:r>
              <a:rPr lang="en-US" sz="4400">
                <a:solidFill>
                  <a:schemeClr val="bg1"/>
                </a:solidFill>
              </a:rPr>
              <a:t>VOIP  COMPONENT</a:t>
            </a:r>
            <a:endParaRPr lang="en-US" sz="4400" noProof="0">
              <a:solidFill>
                <a:schemeClr val="bg1"/>
              </a:solidFill>
            </a:endParaRPr>
          </a:p>
        </p:txBody>
      </p:sp>
      <p:sp>
        <p:nvSpPr>
          <p:cNvPr id="9" name="Table Placeholder 8">
            <a:extLst>
              <a:ext uri="{FF2B5EF4-FFF2-40B4-BE49-F238E27FC236}">
                <a16:creationId xmlns:a16="http://schemas.microsoft.com/office/drawing/2014/main" id="{D1D59FF1-FAAC-A37A-6DA4-9BEA0CC11962}"/>
              </a:ext>
            </a:extLst>
          </p:cNvPr>
          <p:cNvSpPr>
            <a:spLocks noGrp="1"/>
          </p:cNvSpPr>
          <p:nvPr>
            <p:ph type="tbl" sz="quarter" idx="10"/>
          </p:nvPr>
        </p:nvSpPr>
        <p:spPr>
          <a:xfrm>
            <a:off x="838200" y="1466951"/>
            <a:ext cx="10515600" cy="4682021"/>
          </a:xfrm>
        </p:spPr>
      </p:sp>
      <p:sp>
        <p:nvSpPr>
          <p:cNvPr id="4" name="TextBox 3">
            <a:extLst>
              <a:ext uri="{FF2B5EF4-FFF2-40B4-BE49-F238E27FC236}">
                <a16:creationId xmlns:a16="http://schemas.microsoft.com/office/drawing/2014/main" id="{AA067E4F-48E0-2C42-DD6B-ED527719D356}"/>
              </a:ext>
            </a:extLst>
          </p:cNvPr>
          <p:cNvSpPr txBox="1"/>
          <p:nvPr/>
        </p:nvSpPr>
        <p:spPr>
          <a:xfrm>
            <a:off x="2087215" y="1461612"/>
            <a:ext cx="8569244"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solidFill>
                  <a:schemeClr val="bg1"/>
                </a:solidFill>
                <a:ea typeface="+mn-lt"/>
                <a:cs typeface="+mn-lt"/>
              </a:rPr>
              <a:t>VoIP is a communication technology that enables voice calls to be transmitted over IP-based networks like the Internet.</a:t>
            </a:r>
            <a:endParaRPr lang="en-US"/>
          </a:p>
          <a:p>
            <a:pPr algn="ctr"/>
            <a:endParaRPr lang="en-US" b="1"/>
          </a:p>
        </p:txBody>
      </p:sp>
      <p:pic>
        <p:nvPicPr>
          <p:cNvPr id="3" name="Picture 2" descr="A close-up of a voip network&#10;&#10;AI-generated content may be incorrect.">
            <a:extLst>
              <a:ext uri="{FF2B5EF4-FFF2-40B4-BE49-F238E27FC236}">
                <a16:creationId xmlns:a16="http://schemas.microsoft.com/office/drawing/2014/main" id="{697AF52C-A785-004D-CEB2-139CFB26E037}"/>
              </a:ext>
            </a:extLst>
          </p:cNvPr>
          <p:cNvPicPr>
            <a:picLocks noChangeAspect="1"/>
          </p:cNvPicPr>
          <p:nvPr/>
        </p:nvPicPr>
        <p:blipFill>
          <a:blip r:embed="rId3"/>
          <a:srcRect l="-3583" r="13707" b="7101"/>
          <a:stretch>
            <a:fillRect/>
          </a:stretch>
        </p:blipFill>
        <p:spPr>
          <a:xfrm>
            <a:off x="2423757" y="2606833"/>
            <a:ext cx="7268286" cy="345265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4318358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CF8F5-609D-E31E-6659-2E3CE63097D7}"/>
              </a:ext>
            </a:extLst>
          </p:cNvPr>
          <p:cNvSpPr>
            <a:spLocks noGrp="1"/>
          </p:cNvSpPr>
          <p:nvPr>
            <p:ph type="title"/>
          </p:nvPr>
        </p:nvSpPr>
        <p:spPr/>
        <p:txBody>
          <a:bodyPr/>
          <a:lstStyle/>
          <a:p>
            <a:pPr lvl="0"/>
            <a:endParaRPr lang="en-US" noProof="0"/>
          </a:p>
        </p:txBody>
      </p:sp>
      <p:sp>
        <p:nvSpPr>
          <p:cNvPr id="3" name="Subtitle 2">
            <a:extLst>
              <a:ext uri="{FF2B5EF4-FFF2-40B4-BE49-F238E27FC236}">
                <a16:creationId xmlns:a16="http://schemas.microsoft.com/office/drawing/2014/main" id="{29F16AEF-ABBB-D2DD-A297-5819AEB9AF67}"/>
              </a:ext>
            </a:extLst>
          </p:cNvPr>
          <p:cNvSpPr>
            <a:spLocks noGrp="1"/>
          </p:cNvSpPr>
          <p:nvPr>
            <p:ph type="subTitle" idx="1"/>
          </p:nvPr>
        </p:nvSpPr>
        <p:spPr/>
        <p:txBody>
          <a:bodyPr/>
          <a:lstStyle/>
          <a:p>
            <a:pPr lvl="0"/>
            <a:endParaRPr lang="en-US" noProof="0"/>
          </a:p>
        </p:txBody>
      </p:sp>
      <p:pic>
        <p:nvPicPr>
          <p:cNvPr id="4" name="Picture 3" descr="VoIP Network Components">
            <a:extLst>
              <a:ext uri="{FF2B5EF4-FFF2-40B4-BE49-F238E27FC236}">
                <a16:creationId xmlns:a16="http://schemas.microsoft.com/office/drawing/2014/main" id="{4C4DAAD8-D9F9-6B8D-4349-78255968E86C}"/>
              </a:ext>
            </a:extLst>
          </p:cNvPr>
          <p:cNvPicPr>
            <a:picLocks noChangeAspect="1"/>
          </p:cNvPicPr>
          <p:nvPr/>
        </p:nvPicPr>
        <p:blipFill>
          <a:blip r:embed="rId3"/>
          <a:stretch>
            <a:fillRect/>
          </a:stretch>
        </p:blipFill>
        <p:spPr>
          <a:xfrm>
            <a:off x="617415" y="1518894"/>
            <a:ext cx="10957169" cy="399903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1739363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07FBB55-EF55-03D8-7D3C-29341A40D63E}"/>
              </a:ext>
            </a:extLst>
          </p:cNvPr>
          <p:cNvSpPr>
            <a:spLocks noGrp="1"/>
          </p:cNvSpPr>
          <p:nvPr>
            <p:ph type="title"/>
          </p:nvPr>
        </p:nvSpPr>
        <p:spPr>
          <a:xfrm>
            <a:off x="529935" y="633846"/>
            <a:ext cx="4070585" cy="4757202"/>
          </a:xfrm>
        </p:spPr>
        <p:txBody>
          <a:bodyPr/>
          <a:lstStyle/>
          <a:p>
            <a:r>
              <a:rPr lang="en-US">
                <a:solidFill>
                  <a:schemeClr val="tx1"/>
                </a:solidFill>
              </a:rPr>
              <a:t>Five Major VoIP Network Components</a:t>
            </a:r>
          </a:p>
        </p:txBody>
      </p:sp>
      <p:graphicFrame>
        <p:nvGraphicFramePr>
          <p:cNvPr id="4239" name="Content Placeholder 4238">
            <a:extLst>
              <a:ext uri="{FF2B5EF4-FFF2-40B4-BE49-F238E27FC236}">
                <a16:creationId xmlns:a16="http://schemas.microsoft.com/office/drawing/2014/main" id="{A36231F6-0A42-C1F8-FE01-1F890AE957A7}"/>
              </a:ext>
            </a:extLst>
          </p:cNvPr>
          <p:cNvGraphicFramePr>
            <a:graphicFrameLocks noGrp="1"/>
          </p:cNvGraphicFramePr>
          <p:nvPr>
            <p:ph sz="quarter" idx="11"/>
            <p:extLst>
              <p:ext uri="{D42A27DB-BD31-4B8C-83A1-F6EECF244321}">
                <p14:modId xmlns:p14="http://schemas.microsoft.com/office/powerpoint/2010/main" val="2902521545"/>
              </p:ext>
            </p:extLst>
          </p:nvPr>
        </p:nvGraphicFramePr>
        <p:xfrm>
          <a:off x="4714834" y="1056704"/>
          <a:ext cx="6608232" cy="45896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430" name="Content Placeholder 7429">
            <a:extLst>
              <a:ext uri="{FF2B5EF4-FFF2-40B4-BE49-F238E27FC236}">
                <a16:creationId xmlns:a16="http://schemas.microsoft.com/office/drawing/2014/main" id="{46CB999E-D496-C4B0-8FA2-06EB98B89827}"/>
              </a:ext>
            </a:extLst>
          </p:cNvPr>
          <p:cNvSpPr>
            <a:spLocks noGrp="1"/>
          </p:cNvSpPr>
          <p:nvPr>
            <p:ph sz="quarter" idx="10"/>
          </p:nvPr>
        </p:nvSpPr>
        <p:spPr/>
        <p:txBody>
          <a:bodyPr vert="horz" lIns="91440" tIns="45720" rIns="91440" bIns="45720" rtlCol="0" anchor="t">
            <a:normAutofit/>
          </a:bodyPr>
          <a:lstStyle/>
          <a:p>
            <a:pPr marL="0" indent="0">
              <a:buNone/>
            </a:pPr>
            <a:r>
              <a:rPr lang="en-US"/>
              <a:t>     </a:t>
            </a:r>
          </a:p>
        </p:txBody>
      </p:sp>
    </p:spTree>
    <p:extLst>
      <p:ext uri="{BB962C8B-B14F-4D97-AF65-F5344CB8AC3E}">
        <p14:creationId xmlns:p14="http://schemas.microsoft.com/office/powerpoint/2010/main" val="41044347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63E25-7402-EAC9-107D-E3C80B9672C6}"/>
              </a:ext>
            </a:extLst>
          </p:cNvPr>
          <p:cNvSpPr>
            <a:spLocks noGrp="1"/>
          </p:cNvSpPr>
          <p:nvPr>
            <p:ph type="title"/>
          </p:nvPr>
        </p:nvSpPr>
        <p:spPr/>
        <p:txBody>
          <a:bodyPr/>
          <a:lstStyle/>
          <a:p>
            <a:pPr lvl="0"/>
            <a:endParaRPr lang="en-US" noProof="0"/>
          </a:p>
        </p:txBody>
      </p:sp>
      <p:sp>
        <p:nvSpPr>
          <p:cNvPr id="3" name="Content Placeholder 2">
            <a:extLst>
              <a:ext uri="{FF2B5EF4-FFF2-40B4-BE49-F238E27FC236}">
                <a16:creationId xmlns:a16="http://schemas.microsoft.com/office/drawing/2014/main" id="{DBBD146A-879C-A0DC-7A0C-2E7729C4D125}"/>
              </a:ext>
            </a:extLst>
          </p:cNvPr>
          <p:cNvSpPr>
            <a:spLocks noGrp="1"/>
          </p:cNvSpPr>
          <p:nvPr>
            <p:ph sz="quarter" idx="10"/>
          </p:nvPr>
        </p:nvSpPr>
        <p:spPr>
          <a:xfrm>
            <a:off x="4877720" y="2169866"/>
            <a:ext cx="6147439" cy="3526797"/>
          </a:xfrm>
        </p:spPr>
        <p:txBody>
          <a:bodyPr>
            <a:noAutofit/>
          </a:bodyPr>
          <a:lstStyle/>
          <a:p>
            <a:pPr marL="285750" indent="-285750">
              <a:buFont typeface="Arial" panose="020B0604020202020204" pitchFamily="34" charset="0"/>
              <a:buChar char="•"/>
            </a:pPr>
            <a:r>
              <a:rPr lang="en-US" sz="1800" noProof="0">
                <a:solidFill>
                  <a:schemeClr val="tx1"/>
                </a:solidFill>
              </a:rPr>
              <a:t>Call Control is the brain of a VoIP system.
It manages call setup, call ending, and signaling.
It can be software, hardware, or a soft switch.
It is easy to manage and secure compared to other components.
In hosted VoIP systems, provider security should be reviewed.</a:t>
            </a:r>
          </a:p>
        </p:txBody>
      </p:sp>
      <p:sp>
        <p:nvSpPr>
          <p:cNvPr id="10" name="TextBox 9">
            <a:extLst>
              <a:ext uri="{FF2B5EF4-FFF2-40B4-BE49-F238E27FC236}">
                <a16:creationId xmlns:a16="http://schemas.microsoft.com/office/drawing/2014/main" id="{ADA2FB2E-F693-6A63-1614-410EEDFB6452}"/>
              </a:ext>
            </a:extLst>
          </p:cNvPr>
          <p:cNvSpPr txBox="1"/>
          <p:nvPr/>
        </p:nvSpPr>
        <p:spPr>
          <a:xfrm>
            <a:off x="4877720" y="1890894"/>
            <a:ext cx="6097018" cy="400110"/>
          </a:xfrm>
          <a:prstGeom prst="rect">
            <a:avLst/>
          </a:prstGeom>
          <a:noFill/>
        </p:spPr>
        <p:txBody>
          <a:bodyPr wrap="square">
            <a:spAutoFit/>
          </a:bodyPr>
          <a:lstStyle/>
          <a:p>
            <a:r>
              <a:rPr lang="en-US" sz="2000" b="1" u="sng" noProof="0">
                <a:solidFill>
                  <a:schemeClr val="tx1"/>
                </a:solidFill>
              </a:rPr>
              <a:t>Call Control:</a:t>
            </a:r>
            <a:endParaRPr lang="en-US" sz="2000" u="sng"/>
          </a:p>
        </p:txBody>
      </p:sp>
      <p:pic>
        <p:nvPicPr>
          <p:cNvPr id="13" name="Picture 12">
            <a:extLst>
              <a:ext uri="{FF2B5EF4-FFF2-40B4-BE49-F238E27FC236}">
                <a16:creationId xmlns:a16="http://schemas.microsoft.com/office/drawing/2014/main" id="{B183BE22-9477-7EF8-026C-228CCA3C1484}"/>
              </a:ext>
            </a:extLst>
          </p:cNvPr>
          <p:cNvPicPr>
            <a:picLocks noChangeAspect="1"/>
          </p:cNvPicPr>
          <p:nvPr/>
        </p:nvPicPr>
        <p:blipFill>
          <a:blip r:embed="rId3"/>
          <a:srcRect/>
          <a:stretch/>
        </p:blipFill>
        <p:spPr>
          <a:xfrm>
            <a:off x="9590198" y="567887"/>
            <a:ext cx="2136657" cy="2136657"/>
          </a:xfrm>
          <a:prstGeom prst="rect">
            <a:avLst/>
          </a:prstGeom>
        </p:spPr>
      </p:pic>
      <p:pic>
        <p:nvPicPr>
          <p:cNvPr id="14" name="Picture 13">
            <a:extLst>
              <a:ext uri="{FF2B5EF4-FFF2-40B4-BE49-F238E27FC236}">
                <a16:creationId xmlns:a16="http://schemas.microsoft.com/office/drawing/2014/main" id="{6EDC7929-6CA7-3019-C508-8A9BD087B06A}"/>
              </a:ext>
            </a:extLst>
          </p:cNvPr>
          <p:cNvPicPr>
            <a:picLocks noChangeAspect="1"/>
          </p:cNvPicPr>
          <p:nvPr/>
        </p:nvPicPr>
        <p:blipFill>
          <a:blip r:embed="rId4"/>
          <a:stretch>
            <a:fillRect/>
          </a:stretch>
        </p:blipFill>
        <p:spPr>
          <a:xfrm>
            <a:off x="605599" y="924339"/>
            <a:ext cx="3880345" cy="5009322"/>
          </a:xfrm>
          <a:prstGeom prst="rect">
            <a:avLst/>
          </a:prstGeom>
        </p:spPr>
      </p:pic>
    </p:spTree>
    <p:extLst>
      <p:ext uri="{BB962C8B-B14F-4D97-AF65-F5344CB8AC3E}">
        <p14:creationId xmlns:p14="http://schemas.microsoft.com/office/powerpoint/2010/main" val="31178021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23D39"/>
        </a:solidFill>
        <a:effectLst/>
      </p:bgPr>
    </p:bg>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314D296C-B6BB-40AC-2045-23995B275311}"/>
              </a:ext>
            </a:extLst>
          </p:cNvPr>
          <p:cNvSpPr>
            <a:spLocks noGrp="1"/>
          </p:cNvSpPr>
          <p:nvPr>
            <p:ph sz="quarter" idx="4294967295"/>
          </p:nvPr>
        </p:nvSpPr>
        <p:spPr>
          <a:xfrm>
            <a:off x="369900" y="1462113"/>
            <a:ext cx="5554954" cy="508593"/>
          </a:xfrm>
        </p:spPr>
        <p:txBody>
          <a:bodyPr/>
          <a:lstStyle/>
          <a:p>
            <a:pPr marL="0" indent="0">
              <a:buNone/>
            </a:pPr>
            <a:r>
              <a:rPr lang="en-US" b="1" u="sng">
                <a:solidFill>
                  <a:schemeClr val="bg1"/>
                </a:solidFill>
              </a:rPr>
              <a:t> Voice and Media Gateways:</a:t>
            </a:r>
          </a:p>
        </p:txBody>
      </p:sp>
      <p:sp>
        <p:nvSpPr>
          <p:cNvPr id="8" name="Title 1">
            <a:extLst>
              <a:ext uri="{FF2B5EF4-FFF2-40B4-BE49-F238E27FC236}">
                <a16:creationId xmlns:a16="http://schemas.microsoft.com/office/drawing/2014/main" id="{AF0A6CCF-9913-33CE-58E9-0E826C98E1E8}"/>
              </a:ext>
            </a:extLst>
          </p:cNvPr>
          <p:cNvSpPr>
            <a:spLocks noGrp="1"/>
          </p:cNvSpPr>
          <p:nvPr>
            <p:ph sz="quarter" idx="4294967295"/>
          </p:nvPr>
        </p:nvSpPr>
        <p:spPr>
          <a:xfrm>
            <a:off x="415632" y="2183363"/>
            <a:ext cx="5463489" cy="3740354"/>
          </a:xfrm>
        </p:spPr>
        <p:txBody>
          <a:bodyPr>
            <a:normAutofit/>
          </a:bodyPr>
          <a:lstStyle/>
          <a:p>
            <a:r>
              <a:rPr lang="en-US" sz="1800">
                <a:solidFill>
                  <a:srgbClr val="FFFFFF"/>
                </a:solidFill>
              </a:rPr>
              <a:t>The voice or media gateway connects the VoIP network to external networks such as the Public Switched Telephone Network (PSTN).</a:t>
            </a:r>
          </a:p>
          <a:p>
            <a:r>
              <a:rPr lang="en-US" sz="1800">
                <a:solidFill>
                  <a:srgbClr val="FFFFFF"/>
                </a:solidFill>
              </a:rPr>
              <a:t>Connect VoIP networks to the PSTN
Convert voice between TDM and IP formats
The media gateway transports voice traffic over the IP network.
Enable external call termination and media handling</a:t>
            </a:r>
          </a:p>
        </p:txBody>
      </p:sp>
      <p:pic>
        <p:nvPicPr>
          <p:cNvPr id="10" name="Picture 9">
            <a:extLst>
              <a:ext uri="{FF2B5EF4-FFF2-40B4-BE49-F238E27FC236}">
                <a16:creationId xmlns:a16="http://schemas.microsoft.com/office/drawing/2014/main" id="{EBAB1E02-C5BD-5ECF-D7D8-49921DC6799F}"/>
              </a:ext>
            </a:extLst>
          </p:cNvPr>
          <p:cNvPicPr>
            <a:picLocks noChangeAspect="1"/>
          </p:cNvPicPr>
          <p:nvPr/>
        </p:nvPicPr>
        <p:blipFill>
          <a:blip r:embed="rId2"/>
          <a:srcRect/>
          <a:stretch/>
        </p:blipFill>
        <p:spPr>
          <a:xfrm>
            <a:off x="6096000" y="1452844"/>
            <a:ext cx="5463489" cy="3952311"/>
          </a:xfrm>
          <a:prstGeom prst="rect">
            <a:avLst/>
          </a:prstGeom>
        </p:spPr>
      </p:pic>
    </p:spTree>
    <p:extLst>
      <p:ext uri="{BB962C8B-B14F-4D97-AF65-F5344CB8AC3E}">
        <p14:creationId xmlns:p14="http://schemas.microsoft.com/office/powerpoint/2010/main" val="40683752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31560-4663-8C5F-7D2B-F53A7C15D1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71D79A-C495-23EE-AAD0-0C3EAD3164ED}"/>
              </a:ext>
            </a:extLst>
          </p:cNvPr>
          <p:cNvSpPr>
            <a:spLocks noGrp="1"/>
          </p:cNvSpPr>
          <p:nvPr>
            <p:ph type="title"/>
          </p:nvPr>
        </p:nvSpPr>
        <p:spPr>
          <a:xfrm>
            <a:off x="6096000" y="3452195"/>
            <a:ext cx="4695143" cy="2317503"/>
          </a:xfrm>
        </p:spPr>
        <p:txBody>
          <a:bodyPr/>
          <a:lstStyle/>
          <a:p>
            <a:pPr lvl="0"/>
            <a:r>
              <a:rPr lang="en-US" noProof="0"/>
              <a:t>    </a:t>
            </a:r>
          </a:p>
        </p:txBody>
      </p:sp>
      <p:pic>
        <p:nvPicPr>
          <p:cNvPr id="6" name="Picture 5">
            <a:extLst>
              <a:ext uri="{FF2B5EF4-FFF2-40B4-BE49-F238E27FC236}">
                <a16:creationId xmlns:a16="http://schemas.microsoft.com/office/drawing/2014/main" id="{092D74AA-08E2-DCEE-C6D7-35471CEA5355}"/>
              </a:ext>
            </a:extLst>
          </p:cNvPr>
          <p:cNvPicPr>
            <a:picLocks noChangeAspect="1"/>
          </p:cNvPicPr>
          <p:nvPr/>
        </p:nvPicPr>
        <p:blipFill>
          <a:blip r:embed="rId3"/>
          <a:srcRect/>
          <a:stretch/>
        </p:blipFill>
        <p:spPr>
          <a:xfrm>
            <a:off x="5633405" y="1903355"/>
            <a:ext cx="5979820" cy="2778666"/>
          </a:xfrm>
          <a:prstGeom prst="rect">
            <a:avLst/>
          </a:prstGeom>
        </p:spPr>
      </p:pic>
      <p:sp>
        <p:nvSpPr>
          <p:cNvPr id="8" name="Title 1">
            <a:extLst>
              <a:ext uri="{FF2B5EF4-FFF2-40B4-BE49-F238E27FC236}">
                <a16:creationId xmlns:a16="http://schemas.microsoft.com/office/drawing/2014/main" id="{21F67555-6C2C-100E-58F2-CFC4BB040CB3}"/>
              </a:ext>
            </a:extLst>
          </p:cNvPr>
          <p:cNvSpPr>
            <a:spLocks noGrp="1"/>
          </p:cNvSpPr>
          <p:nvPr>
            <p:ph type="title"/>
          </p:nvPr>
        </p:nvSpPr>
        <p:spPr>
          <a:xfrm>
            <a:off x="630706" y="2963210"/>
            <a:ext cx="4931488" cy="2476737"/>
          </a:xfrm>
        </p:spPr>
        <p:txBody>
          <a:bodyPr>
            <a:normAutofit/>
          </a:bodyPr>
          <a:lstStyle/>
          <a:p>
            <a:pPr marL="285750" lvl="0" indent="-285750" algn="l">
              <a:buFont typeface="Arial" panose="020B0604020202020204" pitchFamily="34" charset="0"/>
              <a:buChar char="•"/>
            </a:pPr>
            <a:r>
              <a:rPr lang="en-US" sz="1800" b="0" noProof="0">
                <a:solidFill>
                  <a:schemeClr val="bg1"/>
                </a:solidFill>
              </a:rPr>
              <a:t>Voice is broken into packets
Packets are transmitted using RTP (Real-Time Transport Protocol) over UDP
Voice traffic needs priority over data traffic
</a:t>
            </a:r>
            <a:r>
              <a:rPr lang="en-US" sz="1800" b="0" noProof="0" err="1">
                <a:solidFill>
                  <a:schemeClr val="bg1"/>
                </a:solidFill>
              </a:rPr>
              <a:t>QoS</a:t>
            </a:r>
            <a:r>
              <a:rPr lang="en-US" sz="1800" b="0" noProof="0">
                <a:solidFill>
                  <a:schemeClr val="bg1"/>
                </a:solidFill>
              </a:rPr>
              <a:t> (Quality of Service) ensures clear voice calls</a:t>
            </a:r>
          </a:p>
        </p:txBody>
      </p:sp>
      <p:sp>
        <p:nvSpPr>
          <p:cNvPr id="5" name="Title 1">
            <a:extLst>
              <a:ext uri="{FF2B5EF4-FFF2-40B4-BE49-F238E27FC236}">
                <a16:creationId xmlns:a16="http://schemas.microsoft.com/office/drawing/2014/main" id="{C46BCF60-BD2D-F6C7-FFE1-0193DE3B7CB9}"/>
              </a:ext>
            </a:extLst>
          </p:cNvPr>
          <p:cNvSpPr>
            <a:spLocks noGrp="1"/>
          </p:cNvSpPr>
          <p:nvPr>
            <p:ph type="title"/>
          </p:nvPr>
        </p:nvSpPr>
        <p:spPr>
          <a:xfrm>
            <a:off x="630705" y="1092847"/>
            <a:ext cx="5139306" cy="1621014"/>
          </a:xfrm>
        </p:spPr>
        <p:txBody>
          <a:bodyPr anchor="ctr">
            <a:noAutofit/>
          </a:bodyPr>
          <a:lstStyle/>
          <a:p>
            <a:pPr lvl="0" algn="l"/>
            <a:r>
              <a:rPr lang="en-US" sz="2000" u="sng">
                <a:solidFill>
                  <a:srgbClr val="FFFFFF"/>
                </a:solidFill>
              </a:rPr>
              <a:t>IP Network</a:t>
            </a:r>
            <a:br>
              <a:rPr lang="en-US" sz="1800" u="sng">
                <a:solidFill>
                  <a:srgbClr val="FFFFFF"/>
                </a:solidFill>
              </a:rPr>
            </a:br>
            <a:r>
              <a:rPr lang="en-US" sz="1800" u="sng">
                <a:solidFill>
                  <a:srgbClr val="FFFFFF"/>
                </a:solidFill>
              </a:rPr>
              <a:t>
</a:t>
            </a:r>
            <a:r>
              <a:rPr lang="en-US" sz="1800" b="0">
                <a:solidFill>
                  <a:srgbClr val="FFFFFF"/>
                </a:solidFill>
              </a:rPr>
              <a:t>This is the network that carries voice and signaling data.</a:t>
            </a:r>
            <a:br>
              <a:rPr lang="en-US" sz="1800" b="0">
                <a:solidFill>
                  <a:srgbClr val="FFFFFF"/>
                </a:solidFill>
              </a:rPr>
            </a:br>
            <a:br>
              <a:rPr lang="en-US" sz="1800" b="0">
                <a:solidFill>
                  <a:srgbClr val="FFFFFF"/>
                </a:solidFill>
              </a:rPr>
            </a:br>
            <a:r>
              <a:rPr lang="en-US" sz="1800">
                <a:solidFill>
                  <a:srgbClr val="FFFFFF"/>
                </a:solidFill>
              </a:rPr>
              <a:t>Voice Transmission: </a:t>
            </a:r>
            <a:endParaRPr lang="en-US" sz="1800" noProof="0">
              <a:solidFill>
                <a:srgbClr val="FFFFFF"/>
              </a:solidFill>
            </a:endParaRPr>
          </a:p>
        </p:txBody>
      </p:sp>
    </p:spTree>
    <p:extLst>
      <p:ext uri="{BB962C8B-B14F-4D97-AF65-F5344CB8AC3E}">
        <p14:creationId xmlns:p14="http://schemas.microsoft.com/office/powerpoint/2010/main" val="42324737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6AB23F1-D14A-B138-51A4-B4E13C91DC30}"/>
              </a:ext>
            </a:extLst>
          </p:cNvPr>
          <p:cNvSpPr>
            <a:spLocks noGrp="1"/>
          </p:cNvSpPr>
          <p:nvPr>
            <p:ph sz="quarter" idx="10"/>
          </p:nvPr>
        </p:nvSpPr>
        <p:spPr>
          <a:xfrm>
            <a:off x="4921422" y="1858137"/>
            <a:ext cx="6361884" cy="4241937"/>
          </a:xfrm>
        </p:spPr>
        <p:txBody>
          <a:bodyPr>
            <a:normAutofit/>
          </a:bodyPr>
          <a:lstStyle/>
          <a:p>
            <a:pPr marL="342900" indent="-342900">
              <a:buFont typeface="Arial" panose="020B0604020202020204" pitchFamily="34" charset="0"/>
              <a:buChar char="•"/>
            </a:pPr>
            <a:r>
              <a:rPr lang="en-US" sz="1800">
                <a:solidFill>
                  <a:schemeClr val="tx1"/>
                </a:solidFill>
              </a:rPr>
              <a:t>Used for audio and video conferencing
Also called conference bridges
Connect multiple users in one session
Can be hosted internally or externally
Security is critical because one failure affects many users
Must secure all connected media types</a:t>
            </a:r>
          </a:p>
        </p:txBody>
      </p:sp>
      <p:pic>
        <p:nvPicPr>
          <p:cNvPr id="5" name="Content Placeholder 4">
            <a:extLst>
              <a:ext uri="{FF2B5EF4-FFF2-40B4-BE49-F238E27FC236}">
                <a16:creationId xmlns:a16="http://schemas.microsoft.com/office/drawing/2014/main" id="{F8BAD9A1-C53B-C024-8E65-3F1B0D48837E}"/>
              </a:ext>
            </a:extLst>
          </p:cNvPr>
          <p:cNvPicPr>
            <a:picLocks noGrp="1" noChangeAspect="1"/>
          </p:cNvPicPr>
          <p:nvPr>
            <p:ph sz="quarter" idx="10"/>
          </p:nvPr>
        </p:nvPicPr>
        <p:blipFill>
          <a:blip r:embed="rId3"/>
          <a:stretch>
            <a:fillRect/>
          </a:stretch>
        </p:blipFill>
        <p:spPr>
          <a:xfrm>
            <a:off x="440086" y="1647031"/>
            <a:ext cx="4044950" cy="3563937"/>
          </a:xfrm>
          <a:prstGeom prst="rect">
            <a:avLst/>
          </a:prstGeom>
          <a:effectLst/>
        </p:spPr>
      </p:pic>
      <p:sp>
        <p:nvSpPr>
          <p:cNvPr id="6" name="Content Placeholder 5">
            <a:extLst>
              <a:ext uri="{FF2B5EF4-FFF2-40B4-BE49-F238E27FC236}">
                <a16:creationId xmlns:a16="http://schemas.microsoft.com/office/drawing/2014/main" id="{A361D892-F395-8614-7841-5B0314B30EF8}"/>
              </a:ext>
            </a:extLst>
          </p:cNvPr>
          <p:cNvSpPr>
            <a:spLocks noGrp="1"/>
          </p:cNvSpPr>
          <p:nvPr>
            <p:ph sz="quarter" idx="10"/>
          </p:nvPr>
        </p:nvSpPr>
        <p:spPr>
          <a:xfrm>
            <a:off x="5102301" y="990650"/>
            <a:ext cx="5684373" cy="1312762"/>
          </a:xfrm>
        </p:spPr>
        <p:txBody>
          <a:bodyPr/>
          <a:lstStyle/>
          <a:p>
            <a:r>
              <a:rPr lang="en-US" b="1" u="sng">
                <a:solidFill>
                  <a:schemeClr val="tx1"/>
                </a:solidFill>
              </a:rPr>
              <a:t>MCU (Multipoint Control Unit):</a:t>
            </a:r>
          </a:p>
        </p:txBody>
      </p:sp>
    </p:spTree>
    <p:extLst>
      <p:ext uri="{BB962C8B-B14F-4D97-AF65-F5344CB8AC3E}">
        <p14:creationId xmlns:p14="http://schemas.microsoft.com/office/powerpoint/2010/main" val="9590765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6C4326D-A2D5-08F0-1BC6-EC1498AAEE41}"/>
              </a:ext>
            </a:extLst>
          </p:cNvPr>
          <p:cNvSpPr>
            <a:spLocks noGrp="1"/>
          </p:cNvSpPr>
          <p:nvPr>
            <p:ph type="title"/>
          </p:nvPr>
        </p:nvSpPr>
        <p:spPr/>
        <p:txBody>
          <a:bodyPr>
            <a:normAutofit/>
          </a:bodyPr>
          <a:lstStyle/>
          <a:p>
            <a:r>
              <a:rPr lang="en-US" sz="2000">
                <a:solidFill>
                  <a:schemeClr val="tx1"/>
                </a:solidFill>
                <a:latin typeface="Aharoni" panose="02010803020104030203" pitchFamily="2" charset="-79"/>
                <a:cs typeface="Aharoni" panose="02010803020104030203" pitchFamily="2" charset="-79"/>
              </a:rPr>
              <a:t>User End Devices </a:t>
            </a:r>
          </a:p>
        </p:txBody>
      </p:sp>
      <p:sp>
        <p:nvSpPr>
          <p:cNvPr id="7" name="Content Placeholder 6">
            <a:extLst>
              <a:ext uri="{FF2B5EF4-FFF2-40B4-BE49-F238E27FC236}">
                <a16:creationId xmlns:a16="http://schemas.microsoft.com/office/drawing/2014/main" id="{AF754DA5-8184-2A3A-1DFD-7FAAFC35AC8D}"/>
              </a:ext>
            </a:extLst>
          </p:cNvPr>
          <p:cNvSpPr>
            <a:spLocks noGrp="1"/>
          </p:cNvSpPr>
          <p:nvPr>
            <p:ph sz="quarter" idx="11"/>
          </p:nvPr>
        </p:nvSpPr>
        <p:spPr>
          <a:xfrm>
            <a:off x="5263728" y="1196322"/>
            <a:ext cx="6398335" cy="646841"/>
          </a:xfrm>
        </p:spPr>
        <p:txBody>
          <a:bodyPr/>
          <a:lstStyle/>
          <a:p>
            <a:pPr marL="0" indent="0">
              <a:buNone/>
            </a:pPr>
            <a:r>
              <a:rPr lang="en-US" b="1" u="sng">
                <a:solidFill>
                  <a:schemeClr val="bg1"/>
                </a:solidFill>
              </a:rPr>
              <a:t> User End Devices:</a:t>
            </a:r>
          </a:p>
        </p:txBody>
      </p:sp>
      <p:sp>
        <p:nvSpPr>
          <p:cNvPr id="5" name="Title 5">
            <a:extLst>
              <a:ext uri="{FF2B5EF4-FFF2-40B4-BE49-F238E27FC236}">
                <a16:creationId xmlns:a16="http://schemas.microsoft.com/office/drawing/2014/main" id="{D98A903C-5061-F013-5FD0-CA24BB246E56}"/>
              </a:ext>
            </a:extLst>
          </p:cNvPr>
          <p:cNvSpPr>
            <a:spLocks noGrp="1"/>
          </p:cNvSpPr>
          <p:nvPr>
            <p:ph type="title" idx="4294967295"/>
          </p:nvPr>
        </p:nvSpPr>
        <p:spPr>
          <a:xfrm>
            <a:off x="5215290" y="1928283"/>
            <a:ext cx="5594309" cy="1308032"/>
          </a:xfrm>
        </p:spPr>
        <p:txBody>
          <a:bodyPr>
            <a:noAutofit/>
          </a:bodyPr>
          <a:lstStyle/>
          <a:p>
            <a:pPr marL="285750" indent="-285750">
              <a:buFont typeface="Arial" panose="020B0604020202020204" pitchFamily="34" charset="0"/>
              <a:buChar char="•"/>
            </a:pPr>
            <a:r>
              <a:rPr lang="en-US" sz="1800" b="0">
                <a:solidFill>
                  <a:schemeClr val="bg1"/>
                </a:solidFill>
              </a:rPr>
              <a:t>These are the devices used by users to make or receive calls.</a:t>
            </a:r>
            <a:br>
              <a:rPr lang="en-US" sz="1800" b="0">
                <a:solidFill>
                  <a:schemeClr val="bg1"/>
                </a:solidFill>
              </a:rPr>
            </a:br>
            <a:r>
              <a:rPr lang="en-US" sz="1800" b="0">
                <a:solidFill>
                  <a:schemeClr val="bg1"/>
                </a:solidFill>
              </a:rPr>
              <a:t>Use TCP/IP protocol
Get IP address using DHCP
Communicate with the call processing server</a:t>
            </a:r>
          </a:p>
        </p:txBody>
      </p:sp>
      <p:pic>
        <p:nvPicPr>
          <p:cNvPr id="4" name="Picture 3">
            <a:extLst>
              <a:ext uri="{FF2B5EF4-FFF2-40B4-BE49-F238E27FC236}">
                <a16:creationId xmlns:a16="http://schemas.microsoft.com/office/drawing/2014/main" id="{35D4BE3A-D3C0-D107-AF67-3F9326D5A299}"/>
              </a:ext>
            </a:extLst>
          </p:cNvPr>
          <p:cNvPicPr>
            <a:picLocks noChangeAspect="1"/>
          </p:cNvPicPr>
          <p:nvPr/>
        </p:nvPicPr>
        <p:blipFill>
          <a:blip r:embed="rId3"/>
          <a:srcRect r="2529" b="11407"/>
          <a:stretch>
            <a:fillRect/>
          </a:stretch>
        </p:blipFill>
        <p:spPr>
          <a:xfrm>
            <a:off x="426345" y="1088745"/>
            <a:ext cx="4197290" cy="4680509"/>
          </a:xfrm>
          <a:prstGeom prst="rect">
            <a:avLst/>
          </a:prstGeom>
        </p:spPr>
      </p:pic>
      <p:sp>
        <p:nvSpPr>
          <p:cNvPr id="13" name="Content Placeholder 6">
            <a:extLst>
              <a:ext uri="{FF2B5EF4-FFF2-40B4-BE49-F238E27FC236}">
                <a16:creationId xmlns:a16="http://schemas.microsoft.com/office/drawing/2014/main" id="{17BCFD9A-846C-0BC1-50F6-839AC54F8E15}"/>
              </a:ext>
            </a:extLst>
          </p:cNvPr>
          <p:cNvSpPr>
            <a:spLocks noGrp="1"/>
          </p:cNvSpPr>
          <p:nvPr>
            <p:ph sz="quarter" idx="11"/>
          </p:nvPr>
        </p:nvSpPr>
        <p:spPr>
          <a:xfrm>
            <a:off x="5398689" y="3765336"/>
            <a:ext cx="5718462" cy="646842"/>
          </a:xfrm>
        </p:spPr>
        <p:txBody>
          <a:bodyPr>
            <a:normAutofit/>
          </a:bodyPr>
          <a:lstStyle/>
          <a:p>
            <a:pPr marL="0" indent="0">
              <a:buNone/>
            </a:pPr>
            <a:r>
              <a:rPr lang="en-US" sz="1800" b="1">
                <a:solidFill>
                  <a:schemeClr val="bg1"/>
                </a:solidFill>
              </a:rPr>
              <a:t> Types of End Devices:</a:t>
            </a:r>
          </a:p>
        </p:txBody>
      </p:sp>
      <p:sp>
        <p:nvSpPr>
          <p:cNvPr id="23" name="Content Placeholder 6">
            <a:extLst>
              <a:ext uri="{FF2B5EF4-FFF2-40B4-BE49-F238E27FC236}">
                <a16:creationId xmlns:a16="http://schemas.microsoft.com/office/drawing/2014/main" id="{1D95823E-57C2-E791-4C18-04D93616AEC8}"/>
              </a:ext>
            </a:extLst>
          </p:cNvPr>
          <p:cNvSpPr>
            <a:spLocks noGrp="1"/>
          </p:cNvSpPr>
          <p:nvPr>
            <p:ph sz="quarter" idx="11"/>
          </p:nvPr>
        </p:nvSpPr>
        <p:spPr>
          <a:xfrm>
            <a:off x="5274653" y="4344571"/>
            <a:ext cx="5475582" cy="2074819"/>
          </a:xfrm>
        </p:spPr>
        <p:txBody>
          <a:bodyPr>
            <a:noAutofit/>
          </a:bodyPr>
          <a:lstStyle/>
          <a:p>
            <a:r>
              <a:rPr lang="en-US" sz="1800">
                <a:solidFill>
                  <a:schemeClr val="bg1"/>
                </a:solidFill>
              </a:rPr>
              <a:t>VoIP Phones: Hardware phones that connect to IP network
Softphones: Software-based phones on laptops or PCs
Consoles: Special-purpose systems used in controlled environments</a:t>
            </a:r>
          </a:p>
        </p:txBody>
      </p:sp>
    </p:spTree>
    <p:extLst>
      <p:ext uri="{BB962C8B-B14F-4D97-AF65-F5344CB8AC3E}">
        <p14:creationId xmlns:p14="http://schemas.microsoft.com/office/powerpoint/2010/main" val="10144137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VanillaVTI">
  <a:themeElements>
    <a:clrScheme name="VanillaVTI">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VanillaVTI">
      <a:majorFont>
        <a:latin typeface="Neue Haas Grotesk Text Pro"/>
        <a:ea typeface=""/>
        <a:cs typeface=""/>
      </a:majorFont>
      <a:minorFont>
        <a:latin typeface="Neue Haas Grotesk Text Pro"/>
        <a:ea typeface=""/>
        <a:cs typeface=""/>
      </a:minorFont>
    </a:fontScheme>
    <a:fmtScheme name="Vanilla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AACC6CF0-9F86-48CC-9C4E-CA578EE0A0A0}" vid="{3BDE51FE-56D6-4100-AFB5-5B4AEDCE2E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E96C45C-DB75-420E-8AF3-E934CE3B8485}">
  <ds:schemaRefs>
    <ds:schemaRef ds:uri="http://schemas.microsoft.com/office/2006/metadata/properties"/>
    <ds:schemaRef ds:uri="http://www.w3.org/2000/xmlns/"/>
    <ds:schemaRef ds:uri="http://schemas.microsoft.com/sharepoint/v3"/>
    <ds:schemaRef ds:uri="http://www.w3.org/2001/XMLSchema-instance"/>
    <ds:schemaRef ds:uri="71af3243-3dd4-4a8d-8c0d-dd76da1f02a5"/>
    <ds:schemaRef ds:uri="http://schemas.microsoft.com/office/infopath/2007/PartnerControls"/>
    <ds:schemaRef ds:uri="230e9df3-be65-4c73-a93b-d1236ebd677e"/>
  </ds:schemaRefs>
</ds:datastoreItem>
</file>

<file path=customXml/itemProps2.xml><?xml version="1.0" encoding="utf-8"?>
<ds:datastoreItem xmlns:ds="http://schemas.openxmlformats.org/officeDocument/2006/customXml" ds:itemID="{0F54F928-5808-4F9A-8810-B3FD2A026416}">
  <ds:schemaRefs>
    <ds:schemaRef ds:uri="http://schemas.microsoft.com/sharepoint/v3/contenttype/forms"/>
  </ds:schemaRefs>
</ds:datastoreItem>
</file>

<file path=customXml/itemProps3.xml><?xml version="1.0" encoding="utf-8"?>
<ds:datastoreItem xmlns:ds="http://schemas.openxmlformats.org/officeDocument/2006/customXml" ds:itemID="{E6695BEB-4861-4F57-B47B-7156F618DFD8}">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71af3243-3dd4-4a8d-8c0d-dd76da1f02a5"/>
    <ds:schemaRef ds:uri="16c05727-aa75-4e4a-9b5f-8a80a1165891"/>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9</Slides>
  <Notes>8</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VanillaVTI</vt:lpstr>
      <vt:lpstr>Innovative decisions</vt:lpstr>
      <vt:lpstr>VOIP  COMPONENT</vt:lpstr>
      <vt:lpstr>PowerPoint Presentation</vt:lpstr>
      <vt:lpstr>Five Major VoIP Network Components</vt:lpstr>
      <vt:lpstr>PowerPoint Presentation</vt:lpstr>
      <vt:lpstr>PowerPoint Presentation</vt:lpstr>
      <vt:lpstr>    </vt:lpstr>
      <vt:lpstr>PowerPoint Presentation</vt:lpstr>
      <vt:lpstr>User End Devices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VOIP  COMPONENT</dc:title>
  <dc:creator/>
  <cp:lastModifiedBy>muskanshaikj016@gmail.com</cp:lastModifiedBy>
  <cp:revision>1</cp:revision>
  <dcterms:created xsi:type="dcterms:W3CDTF">2026-01-12T14:34:12Z</dcterms:created>
  <dcterms:modified xsi:type="dcterms:W3CDTF">2026-01-16T18:31:15Z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